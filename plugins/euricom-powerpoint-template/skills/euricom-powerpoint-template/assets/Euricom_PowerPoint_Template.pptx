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62" r:id="rId5"/>
    <p:sldId id="263" r:id="rId6"/>
    <p:sldId id="264" r:id="rId7"/>
    <p:sldId id="265" r:id="rId8"/>
    <p:sldId id="266" r:id="rId9"/>
    <p:sldId id="261" r:id="rId10"/>
    <p:sldId id="267" r:id="rId11"/>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mple Presentation" id="{A638650D-A000-4C5C-86E7-D007DD97DD7C}">
          <p14:sldIdLst/>
        </p14:section>
        <p14:section name="Base Library" id="{BBC26041-24B9-4ED4-BFE3-FB897E007493}">
          <p14:sldIdLst>
            <p14:sldId id="262"/>
            <p14:sldId id="263"/>
            <p14:sldId id="264"/>
            <p14:sldId id="265"/>
            <p14:sldId id="266"/>
          </p14:sldIdLst>
        </p14:section>
        <p14:section name="Components Library" id="{BA5A1594-703B-4BA9-BE2A-409CAD23FE30}">
          <p14:sldIdLst>
            <p14:sldId id="261"/>
            <p14:sldId id="26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252D"/>
    <a:srgbClr val="014046"/>
    <a:srgbClr val="1A252D"/>
    <a:srgbClr val="062A30"/>
    <a:srgbClr val="02FF00"/>
    <a:srgbClr val="BFFCB5"/>
    <a:srgbClr val="0F262E"/>
    <a:srgbClr val="5CC73B"/>
    <a:srgbClr val="1C3D4A"/>
    <a:srgbClr val="295C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2134D6-3564-49D3-A30A-95DD2C0132DA}" v="3" dt="2026-06-05T16:48:02.838"/>
    <p1510:client id="{38191930-BFF2-4447-9078-9077DA65C8C3}" v="5" dt="2026-06-05T14:25:39.239"/>
    <p1510:client id="{63C5E306-8359-49AB-8417-A146E23D58D1}" v="10" dt="2026-06-05T09:45:01.680"/>
    <p1510:client id="{85DD7936-42A9-459F-BB51-F7B42654F7E7}" v="11" dt="2026-06-05T06:25:29.305"/>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69734" autoAdjust="0"/>
  </p:normalViewPr>
  <p:slideViewPr>
    <p:cSldViewPr snapToGrid="0">
      <p:cViewPr varScale="1">
        <p:scale>
          <a:sx n="74" d="100"/>
          <a:sy n="74" d="100"/>
        </p:scale>
        <p:origin x="1124" y="44"/>
      </p:cViewPr>
      <p:guideLst>
        <p:guide orient="horz" pos="2160"/>
        <p:guide pos="3840"/>
      </p:guideLst>
    </p:cSldViewPr>
  </p:slideViewPr>
  <p:notesTextViewPr>
    <p:cViewPr>
      <p:scale>
        <a:sx n="3" d="2"/>
        <a:sy n="3" d="2"/>
      </p:scale>
      <p:origin x="0" y="0"/>
    </p:cViewPr>
  </p:notesTextViewPr>
  <p:notesViewPr>
    <p:cSldViewPr snapToGrid="0">
      <p:cViewPr>
        <p:scale>
          <a:sx n="1" d="2"/>
          <a:sy n="1" d="2"/>
        </p:scale>
        <p:origin x="5616" y="20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m Van Hoye" userId="3d8adaf0-bc2e-4dbd-91c3-4ffa1d6f4a4a" providerId="ADAL" clId="{A1789226-CD67-4906-8AD3-3E6897056115}"/>
    <pc:docChg chg="undo custSel modSld modMainMaster">
      <pc:chgData name="Wim Van Hoye" userId="3d8adaf0-bc2e-4dbd-91c3-4ffa1d6f4a4a" providerId="ADAL" clId="{A1789226-CD67-4906-8AD3-3E6897056115}" dt="2026-06-05T16:48:47.307" v="389" actId="2161"/>
      <pc:docMkLst>
        <pc:docMk/>
      </pc:docMkLst>
      <pc:sldChg chg="modSp mod">
        <pc:chgData name="Wim Van Hoye" userId="3d8adaf0-bc2e-4dbd-91c3-4ffa1d6f4a4a" providerId="ADAL" clId="{A1789226-CD67-4906-8AD3-3E6897056115}" dt="2026-06-05T16:48:47.307" v="389" actId="2161"/>
        <pc:sldMkLst>
          <pc:docMk/>
          <pc:sldMk cId="944473922" sldId="261"/>
        </pc:sldMkLst>
        <pc:graphicFrameChg chg="mod modGraphic">
          <ac:chgData name="Wim Van Hoye" userId="3d8adaf0-bc2e-4dbd-91c3-4ffa1d6f4a4a" providerId="ADAL" clId="{A1789226-CD67-4906-8AD3-3E6897056115}" dt="2026-06-05T16:48:47.307" v="389" actId="2161"/>
          <ac:graphicFrameMkLst>
            <pc:docMk/>
            <pc:sldMk cId="944473922" sldId="261"/>
            <ac:graphicFrameMk id="5" creationId="{443E15B3-47C5-90FE-35DE-539C7921440F}"/>
          </ac:graphicFrameMkLst>
        </pc:graphicFrameChg>
      </pc:sldChg>
      <pc:sldChg chg="modNotesTx">
        <pc:chgData name="Wim Van Hoye" userId="3d8adaf0-bc2e-4dbd-91c3-4ffa1d6f4a4a" providerId="ADAL" clId="{A1789226-CD67-4906-8AD3-3E6897056115}" dt="2026-06-05T16:20:26.726" v="25" actId="20577"/>
        <pc:sldMkLst>
          <pc:docMk/>
          <pc:sldMk cId="0" sldId="267"/>
        </pc:sldMkLst>
      </pc:sldChg>
      <pc:sldMasterChg chg="modSldLayout">
        <pc:chgData name="Wim Van Hoye" userId="3d8adaf0-bc2e-4dbd-91c3-4ffa1d6f4a4a" providerId="ADAL" clId="{A1789226-CD67-4906-8AD3-3E6897056115}" dt="2026-06-05T16:47:39.380" v="360" actId="14100"/>
        <pc:sldMasterMkLst>
          <pc:docMk/>
          <pc:sldMasterMk cId="1808920245" sldId="2147483648"/>
        </pc:sldMasterMkLst>
        <pc:sldLayoutChg chg="modSp mod">
          <pc:chgData name="Wim Van Hoye" userId="3d8adaf0-bc2e-4dbd-91c3-4ffa1d6f4a4a" providerId="ADAL" clId="{A1789226-CD67-4906-8AD3-3E6897056115}" dt="2026-06-05T16:47:39.380" v="360" actId="14100"/>
          <pc:sldLayoutMkLst>
            <pc:docMk/>
            <pc:sldMasterMk cId="1808920245" sldId="2147483648"/>
            <pc:sldLayoutMk cId="3117810354" sldId="2147483651"/>
          </pc:sldLayoutMkLst>
          <pc:spChg chg="mod">
            <ac:chgData name="Wim Van Hoye" userId="3d8adaf0-bc2e-4dbd-91c3-4ffa1d6f4a4a" providerId="ADAL" clId="{A1789226-CD67-4906-8AD3-3E6897056115}" dt="2026-06-05T16:47:39.380" v="360" actId="14100"/>
            <ac:spMkLst>
              <pc:docMk/>
              <pc:sldMasterMk cId="1808920245" sldId="2147483648"/>
              <pc:sldLayoutMk cId="3117810354" sldId="2147483651"/>
              <ac:spMk id="6" creationId="{37BF0566-DB2B-A55F-61D6-ED212353390D}"/>
            </ac:spMkLst>
          </pc:spChg>
        </pc:sldLayoutChg>
        <pc:sldLayoutChg chg="modSp mod">
          <pc:chgData name="Wim Van Hoye" userId="3d8adaf0-bc2e-4dbd-91c3-4ffa1d6f4a4a" providerId="ADAL" clId="{A1789226-CD67-4906-8AD3-3E6897056115}" dt="2026-06-05T16:47:18.513" v="193" actId="14100"/>
          <pc:sldLayoutMkLst>
            <pc:docMk/>
            <pc:sldMasterMk cId="1808920245" sldId="2147483648"/>
            <pc:sldLayoutMk cId="2254644553" sldId="2147483654"/>
          </pc:sldLayoutMkLst>
          <pc:spChg chg="mod">
            <ac:chgData name="Wim Van Hoye" userId="3d8adaf0-bc2e-4dbd-91c3-4ffa1d6f4a4a" providerId="ADAL" clId="{A1789226-CD67-4906-8AD3-3E6897056115}" dt="2026-06-05T16:47:18.513" v="193" actId="14100"/>
            <ac:spMkLst>
              <pc:docMk/>
              <pc:sldMasterMk cId="1808920245" sldId="2147483648"/>
              <pc:sldLayoutMk cId="2254644553" sldId="2147483654"/>
              <ac:spMk id="6" creationId="{37BF0566-DB2B-A55F-61D6-ED212353390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0935DC8-683F-4D8A-8435-A1F92EFDC0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51B1830-4A59-4FFE-BE05-CDFBFBFE7C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18BA32-FDC0-4157-B7A1-CEFD42459C89}" type="datetimeFigureOut">
              <a:rPr lang="en-US" smtClean="0"/>
              <a:t>6/5/2026</a:t>
            </a:fld>
            <a:endParaRPr lang="en-US" dirty="0"/>
          </a:p>
        </p:txBody>
      </p:sp>
      <p:sp>
        <p:nvSpPr>
          <p:cNvPr id="4" name="Footer Placeholder 3">
            <a:extLst>
              <a:ext uri="{FF2B5EF4-FFF2-40B4-BE49-F238E27FC236}">
                <a16:creationId xmlns:a16="http://schemas.microsoft.com/office/drawing/2014/main" id="{18B46D3C-C869-41DA-854B-51B9813C34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E46549-D71E-4A2A-876B-386E55D58E5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480ECA8-B8E6-4FAE-9879-D0B8405ED863}" type="slidenum">
              <a:rPr lang="en-US" smtClean="0"/>
              <a:t>‹#›</a:t>
            </a:fld>
            <a:endParaRPr lang="en-US" dirty="0"/>
          </a:p>
        </p:txBody>
      </p:sp>
    </p:spTree>
    <p:extLst>
      <p:ext uri="{BB962C8B-B14F-4D97-AF65-F5344CB8AC3E}">
        <p14:creationId xmlns:p14="http://schemas.microsoft.com/office/powerpoint/2010/main" val="46172892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5EFC0-1C40-4490-849C-3C87F93DC4F2}" type="datetimeFigureOut">
              <a:rPr lang="en-US" smtClean="0"/>
              <a:t>6/5/2026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6CD287-2553-49D7-9A1F-9FF485C82D41}" type="slidenum">
              <a:rPr lang="en-US" smtClean="0"/>
              <a:t>‹#›</a:t>
            </a:fld>
            <a:endParaRPr lang="en-US" dirty="0"/>
          </a:p>
        </p:txBody>
      </p:sp>
    </p:spTree>
    <p:extLst>
      <p:ext uri="{BB962C8B-B14F-4D97-AF65-F5344CB8AC3E}">
        <p14:creationId xmlns:p14="http://schemas.microsoft.com/office/powerpoint/2010/main" val="1355624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000" b="1" dirty="0">
                <a:latin typeface="+mn-lt"/>
              </a:rPr>
              <a:t>Cover Dark – Start slide</a:t>
            </a:r>
          </a:p>
          <a:p>
            <a:r>
              <a:rPr lang="nl-NL" sz="1000" u="sng" dirty="0">
                <a:latin typeface="+mn-lt"/>
              </a:rPr>
              <a:t>Instructies: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NL" sz="1000" dirty="0">
                <a:latin typeface="+mn-lt"/>
              </a:rPr>
              <a:t>SOLUTION PROPOSAL − VOOR REYNAERS = PRESENTATION TYPE − VOOR [KLANTNAAM of EURICOM of INTERN </a:t>
            </a:r>
            <a:r>
              <a:rPr lang="nl-NL" sz="1000">
                <a:latin typeface="+mn-lt"/>
              </a:rPr>
              <a:t>of PUBLIEK)</a:t>
            </a:r>
            <a:endParaRPr lang="nl-NL" sz="1000" dirty="0">
              <a:latin typeface="+mn-lt"/>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sz="1000" dirty="0">
                <a:latin typeface="+mn-lt"/>
              </a:rPr>
              <a:t>Een schaalbaar orderplatform = Presentation Titel, Indien 2 lijnen moet de </a:t>
            </a:r>
            <a:r>
              <a:rPr lang="nl-BE" sz="1000" dirty="0" err="1">
                <a:latin typeface="+mn-lt"/>
              </a:rPr>
              <a:t>tagline</a:t>
            </a:r>
            <a:r>
              <a:rPr lang="nl-BE" sz="1000" dirty="0">
                <a:latin typeface="+mn-lt"/>
              </a:rPr>
              <a:t> en beschrijving in wat meer naar beneden geplaatst worden.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sz="1000" dirty="0">
                <a:latin typeface="+mn-lt"/>
              </a:rPr>
              <a:t>Samen gebouwd = een korte </a:t>
            </a:r>
            <a:r>
              <a:rPr lang="nl-BE" sz="1000" dirty="0" err="1">
                <a:latin typeface="+mn-lt"/>
              </a:rPr>
              <a:t>tagline</a:t>
            </a:r>
            <a:r>
              <a:rPr lang="nl-BE" sz="1000" dirty="0">
                <a:latin typeface="+mn-lt"/>
              </a:rPr>
              <a:t> of </a:t>
            </a:r>
            <a:r>
              <a:rPr lang="nl-NL" sz="1000" dirty="0">
                <a:latin typeface="+mn-lt"/>
              </a:rPr>
              <a:t>een emotionele </a:t>
            </a:r>
            <a:r>
              <a:rPr lang="nl-NL" sz="1000" dirty="0" err="1">
                <a:latin typeface="+mn-lt"/>
              </a:rPr>
              <a:t>pay</a:t>
            </a:r>
            <a:r>
              <a:rPr lang="nl-NL" sz="1000" dirty="0">
                <a:latin typeface="+mn-lt"/>
              </a:rPr>
              <a:t>-off die de rationele titel aanvult.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NL" sz="1000" dirty="0">
                <a:latin typeface="+mn-lt"/>
              </a:rPr>
              <a:t>Onze aanpak, onze keuzes en de waarborgen die uw migratie veilig maken = </a:t>
            </a:r>
            <a:r>
              <a:rPr lang="nl-BE" sz="1000" dirty="0">
                <a:latin typeface="+mn-lt"/>
              </a:rPr>
              <a:t>Een korte introductie die de essentie van deze presentatie samenvat. Helpt de lezer snel de context en bedoeling te begrijpen. (kleur is </a:t>
            </a:r>
            <a:r>
              <a:rPr lang="nl-BE" sz="1000" dirty="0" err="1">
                <a:latin typeface="+mn-lt"/>
              </a:rPr>
              <a:t>steal</a:t>
            </a:r>
            <a:r>
              <a:rPr lang="nl-BE" sz="1000" dirty="0">
                <a:latin typeface="+mn-lt"/>
              </a:rPr>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sz="1000" dirty="0">
                <a:latin typeface="+mn-lt"/>
              </a:rPr>
              <a:t>5 juni 2026 = Datum , neem de huidige datum (kleur is </a:t>
            </a:r>
            <a:r>
              <a:rPr lang="nl-BE" sz="1000" dirty="0" err="1">
                <a:latin typeface="+mn-lt"/>
              </a:rPr>
              <a:t>steal</a:t>
            </a:r>
            <a:r>
              <a:rPr lang="nl-BE" sz="1000" dirty="0">
                <a:latin typeface="+mn-lt"/>
              </a:rPr>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sz="1000" dirty="0">
                <a:latin typeface="+mn-lt"/>
              </a:rPr>
              <a:t>Wim Van Hoye = Presentator</a:t>
            </a:r>
            <a:endParaRPr lang="nl-NL" sz="1000" dirty="0">
              <a:latin typeface="+mn-l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nl-NL" dirty="0"/>
          </a:p>
          <a:p>
            <a:endParaRPr lang="nl-BE" dirty="0"/>
          </a:p>
        </p:txBody>
      </p:sp>
      <p:sp>
        <p:nvSpPr>
          <p:cNvPr id="4" name="Slide Number Placeholder 3"/>
          <p:cNvSpPr>
            <a:spLocks noGrp="1"/>
          </p:cNvSpPr>
          <p:nvPr>
            <p:ph type="sldNum" sz="quarter" idx="5"/>
          </p:nvPr>
        </p:nvSpPr>
        <p:spPr/>
        <p:txBody>
          <a:bodyPr/>
          <a:lstStyle/>
          <a:p>
            <a:fld id="{B76CD287-2553-49D7-9A1F-9FF485C82D41}" type="slidenum">
              <a:rPr lang="en-US" smtClean="0"/>
              <a:t>1</a:t>
            </a:fld>
            <a:endParaRPr lang="en-US" dirty="0"/>
          </a:p>
        </p:txBody>
      </p:sp>
    </p:spTree>
    <p:extLst>
      <p:ext uri="{BB962C8B-B14F-4D97-AF65-F5344CB8AC3E}">
        <p14:creationId xmlns:p14="http://schemas.microsoft.com/office/powerpoint/2010/main" val="2171671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b="1" dirty="0"/>
              <a:t>Content </a:t>
            </a:r>
            <a:r>
              <a:rPr lang="nl-BE" b="1" dirty="0" err="1"/>
              <a:t>Steal</a:t>
            </a:r>
            <a:r>
              <a:rPr lang="nl-BE" b="1" dirty="0"/>
              <a:t> – Nieuwe inhoud</a:t>
            </a:r>
          </a:p>
          <a:p>
            <a:r>
              <a:rPr lang="nl-BE" b="0" u="sng" dirty="0"/>
              <a:t>Instructies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dirty="0"/>
              <a:t>Business Update = </a:t>
            </a:r>
            <a:r>
              <a:rPr lang="nl-BE" b="0" u="none" dirty="0"/>
              <a:t>Eye-</a:t>
            </a:r>
            <a:r>
              <a:rPr lang="nl-BE" b="0" u="none" dirty="0" err="1"/>
              <a:t>brow</a:t>
            </a:r>
            <a:r>
              <a:rPr lang="nl-BE" b="0" u="none" dirty="0"/>
              <a:t>, geeft context, kan het hoofdstuk (deel , </a:t>
            </a:r>
            <a:r>
              <a:rPr lang="nl-BE" b="0" u="none" dirty="0" err="1"/>
              <a:t>chapter</a:t>
            </a:r>
            <a:r>
              <a:rPr lang="nl-BE" b="0" u="none" dirty="0"/>
              <a:t>) zijn om een paar slides met dezelfde context te binden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dirty="0"/>
              <a:t>Overzicht van nieuwe klanten = Slide titel (nooit meer dan één regel)</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b="0" u="none" dirty="0"/>
              <a:t>Inhoud = content, dit element mag vervangen worden door andere elementen zoals </a:t>
            </a:r>
            <a:r>
              <a:rPr lang="nl-BE" b="0" u="none" dirty="0" err="1"/>
              <a:t>KPI’s</a:t>
            </a:r>
            <a:r>
              <a:rPr lang="nl-BE" b="0" u="none" dirty="0"/>
              <a:t> , flashcards, timeline , grafieken. Beperk je zeker niet tot de component </a:t>
            </a:r>
            <a:r>
              <a:rPr lang="nl-BE" b="0" u="none" dirty="0" err="1"/>
              <a:t>library</a:t>
            </a:r>
            <a:r>
              <a:rPr lang="nl-BE" b="0" u="none" dirty="0"/>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b="0" u="none" dirty="0"/>
              <a:t>Rode rechthoek is enkel bedoeld om de plaats voor de inhoud te bepalen voor AI en moet verwijderd worden. Waar relevant is mag je links aligneren, maar sommige ontwerpen zullen meer baat hebben bij iets meer gecenterd. Je hoeft niet alles op te vullen, soms is rechts wat legen ruimte prima. Volg hier wat design best </a:t>
            </a:r>
            <a:r>
              <a:rPr lang="nl-BE" b="0" u="none" dirty="0" err="1"/>
              <a:t>practices</a:t>
            </a:r>
            <a:r>
              <a:rPr lang="nl-BE" b="0" u="none" dirty="0"/>
              <a:t>.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b="0" u="none" dirty="0"/>
              <a:t>Hier zijn elementen met een witte achtergrond mooi en moeten geen schaduw hebben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b="0" u="none" dirty="0"/>
              <a:t>Deze slide random afwisselen met de witte versie (Content White). Ongeveer 3 slides op 1 in </a:t>
            </a:r>
            <a:r>
              <a:rPr lang="nl-BE" b="0" u="none" dirty="0" err="1"/>
              <a:t>steal</a:t>
            </a:r>
            <a:r>
              <a:rPr lang="nl-BE" b="0" u="none" dirty="0"/>
              <a:t>, dan andere wit. De cover, secties en </a:t>
            </a:r>
            <a:r>
              <a:rPr lang="nl-BE" b="0" u="none" dirty="0" err="1"/>
              <a:t>closing</a:t>
            </a:r>
            <a:r>
              <a:rPr lang="nl-BE" b="0" u="none" dirty="0"/>
              <a:t> zorgen voor de donkere versies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nl-BE" b="0" u="none" dirty="0"/>
          </a:p>
        </p:txBody>
      </p:sp>
      <p:sp>
        <p:nvSpPr>
          <p:cNvPr id="4" name="Slide Number Placeholder 3"/>
          <p:cNvSpPr>
            <a:spLocks noGrp="1"/>
          </p:cNvSpPr>
          <p:nvPr>
            <p:ph type="sldNum" sz="quarter" idx="5"/>
          </p:nvPr>
        </p:nvSpPr>
        <p:spPr/>
        <p:txBody>
          <a:bodyPr/>
          <a:lstStyle/>
          <a:p>
            <a:fld id="{B76CD287-2553-49D7-9A1F-9FF485C82D41}" type="slidenum">
              <a:rPr lang="en-US" smtClean="0"/>
              <a:t>2</a:t>
            </a:fld>
            <a:endParaRPr lang="en-US" dirty="0"/>
          </a:p>
        </p:txBody>
      </p:sp>
    </p:spTree>
    <p:extLst>
      <p:ext uri="{BB962C8B-B14F-4D97-AF65-F5344CB8AC3E}">
        <p14:creationId xmlns:p14="http://schemas.microsoft.com/office/powerpoint/2010/main" val="877412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F93F7-1E0A-7369-C66F-CA06E9E62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7025A-473D-2BEB-1BB7-76F818FDB2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1CBA0-C722-3065-0A37-9CF2D6724F03}"/>
              </a:ext>
            </a:extLst>
          </p:cNvPr>
          <p:cNvSpPr>
            <a:spLocks noGrp="1"/>
          </p:cNvSpPr>
          <p:nvPr>
            <p:ph type="body" idx="1"/>
          </p:nvPr>
        </p:nvSpPr>
        <p:spPr/>
        <p:txBody>
          <a:bodyPr/>
          <a:lstStyle/>
          <a:p>
            <a:r>
              <a:rPr lang="nl-BE" b="1" dirty="0"/>
              <a:t>Content </a:t>
            </a:r>
            <a:r>
              <a:rPr lang="nl-BE" b="1" dirty="0" err="1"/>
              <a:t>Steal</a:t>
            </a:r>
            <a:r>
              <a:rPr lang="nl-BE" b="1" dirty="0"/>
              <a:t> – Nieuwe inhoud</a:t>
            </a:r>
          </a:p>
          <a:p>
            <a:r>
              <a:rPr lang="nl-BE" b="0" u="sng" dirty="0"/>
              <a:t>Instructies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b="0" u="none" dirty="0"/>
              <a:t>Idem dan Content White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b="0" u="none" dirty="0"/>
              <a:t>Als je witte elementen plaatst, kan een lichte schaduw hier wel mooi zijn</a:t>
            </a:r>
          </a:p>
        </p:txBody>
      </p:sp>
      <p:sp>
        <p:nvSpPr>
          <p:cNvPr id="4" name="Slide Number Placeholder 3">
            <a:extLst>
              <a:ext uri="{FF2B5EF4-FFF2-40B4-BE49-F238E27FC236}">
                <a16:creationId xmlns:a16="http://schemas.microsoft.com/office/drawing/2014/main" id="{AE57D50A-DBF9-797C-FC14-63C3E184F4B5}"/>
              </a:ext>
            </a:extLst>
          </p:cNvPr>
          <p:cNvSpPr>
            <a:spLocks noGrp="1"/>
          </p:cNvSpPr>
          <p:nvPr>
            <p:ph type="sldNum" sz="quarter" idx="5"/>
          </p:nvPr>
        </p:nvSpPr>
        <p:spPr/>
        <p:txBody>
          <a:bodyPr/>
          <a:lstStyle/>
          <a:p>
            <a:fld id="{B76CD287-2553-49D7-9A1F-9FF485C82D41}" type="slidenum">
              <a:rPr lang="en-US" smtClean="0"/>
              <a:t>3</a:t>
            </a:fld>
            <a:endParaRPr lang="en-US" dirty="0"/>
          </a:p>
        </p:txBody>
      </p:sp>
    </p:spTree>
    <p:extLst>
      <p:ext uri="{BB962C8B-B14F-4D97-AF65-F5344CB8AC3E}">
        <p14:creationId xmlns:p14="http://schemas.microsoft.com/office/powerpoint/2010/main" val="2558940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b="1" dirty="0" err="1"/>
              <a:t>Section</a:t>
            </a:r>
            <a:r>
              <a:rPr lang="nl-BE" b="1" dirty="0"/>
              <a:t> – Om hoofdstukken te scheiden</a:t>
            </a:r>
          </a:p>
          <a:p>
            <a:r>
              <a:rPr lang="nl-BE" u="sng" dirty="0"/>
              <a:t>Instructies:</a:t>
            </a:r>
          </a:p>
          <a:p>
            <a:pPr marL="228600" indent="-228600">
              <a:buFont typeface="+mj-lt"/>
              <a:buAutoNum type="arabicPeriod"/>
            </a:pPr>
            <a:r>
              <a:rPr lang="nl-BE" u="none" dirty="0"/>
              <a:t>DEEL 03 = Is het nummer van de sectie (hoofdstuk, </a:t>
            </a:r>
            <a:r>
              <a:rPr lang="nl-BE" u="none" dirty="0" err="1"/>
              <a:t>chapter</a:t>
            </a:r>
            <a:r>
              <a:rPr lang="nl-BE" u="none" dirty="0"/>
              <a:t>, deel). Wat je ervoor zet mag je kiezen. Als het maar consistent met het deck, inhoud  taal en stijl en uiteraard de Agenda- of </a:t>
            </a:r>
            <a:r>
              <a:rPr lang="nl-BE" u="none" dirty="0" err="1"/>
              <a:t>Inhouid</a:t>
            </a:r>
            <a:r>
              <a:rPr lang="nl-BE" u="none" dirty="0"/>
              <a:t>-slide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dirty="0"/>
              <a:t>Eenentwintig slidepatronen = Sectie-titel (hou in sync met agenda)</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sz="1200" b="0" i="0" kern="1200" dirty="0">
                <a:solidFill>
                  <a:schemeClr val="tx1"/>
                </a:solidFill>
                <a:effectLst/>
                <a:latin typeface="+mn-lt"/>
                <a:ea typeface="+mn-ea"/>
                <a:cs typeface="+mn-cs"/>
              </a:rPr>
              <a:t>Een herbruikbare bibliotheek. Elk patroon draagt één boodschap en heeft een duidelijke storytelling-functie. Samen vormen ze elk Euricom-verhaal. = </a:t>
            </a:r>
            <a:r>
              <a:rPr lang="nl-BE" dirty="0"/>
              <a:t>Een korte introductie die de essentie van de sectie samenvat. Helpt de lezer snel de context en bedoeling te begrijpen.</a:t>
            </a:r>
            <a:endParaRPr 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nl-BE" dirty="0"/>
          </a:p>
          <a:p>
            <a:pPr marL="228600" indent="-228600">
              <a:buFont typeface="+mj-lt"/>
              <a:buAutoNum type="arabicPeriod"/>
            </a:pPr>
            <a:endParaRPr lang="nl-BE" u="none" dirty="0"/>
          </a:p>
          <a:p>
            <a:pPr marL="171450" indent="-171450">
              <a:buFont typeface="Arial" panose="020B0604020202020204" pitchFamily="34" charset="0"/>
              <a:buChar char="•"/>
            </a:pPr>
            <a:endParaRPr lang="nl-BE" u="none" dirty="0"/>
          </a:p>
          <a:p>
            <a:endParaRPr lang="nl-BE" dirty="0"/>
          </a:p>
        </p:txBody>
      </p:sp>
      <p:sp>
        <p:nvSpPr>
          <p:cNvPr id="4" name="Slide Number Placeholder 3"/>
          <p:cNvSpPr>
            <a:spLocks noGrp="1"/>
          </p:cNvSpPr>
          <p:nvPr>
            <p:ph type="sldNum" sz="quarter" idx="5"/>
          </p:nvPr>
        </p:nvSpPr>
        <p:spPr/>
        <p:txBody>
          <a:bodyPr/>
          <a:lstStyle/>
          <a:p>
            <a:fld id="{B76CD287-2553-49D7-9A1F-9FF485C82D41}" type="slidenum">
              <a:rPr lang="en-US" smtClean="0"/>
              <a:t>4</a:t>
            </a:fld>
            <a:endParaRPr lang="en-US" dirty="0"/>
          </a:p>
        </p:txBody>
      </p:sp>
    </p:spTree>
    <p:extLst>
      <p:ext uri="{BB962C8B-B14F-4D97-AF65-F5344CB8AC3E}">
        <p14:creationId xmlns:p14="http://schemas.microsoft.com/office/powerpoint/2010/main" val="3976124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b="1" dirty="0"/>
              <a:t>Quote slide</a:t>
            </a:r>
          </a:p>
          <a:p>
            <a:r>
              <a:rPr lang="nl-BE" b="0" u="sng" dirty="0"/>
              <a:t>Instructies: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NL" dirty="0"/>
              <a:t>AI-adoptie is geen project. Het is een evolutie die we samen met onze klanten doormaken. = een voorbeeld quote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NL" dirty="0"/>
              <a:t>Wim Van Hoye = </a:t>
            </a:r>
            <a:r>
              <a:rPr lang="nl-BE" dirty="0"/>
              <a:t>Citaatauteur</a:t>
            </a:r>
            <a:endParaRPr lang="nl-NL"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NL" dirty="0"/>
              <a:t>Managing Director, Euricom = </a:t>
            </a:r>
            <a:r>
              <a:rPr lang="nl-BE" dirty="0"/>
              <a:t>Citaatauteur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nl-BE" b="0" u="none" dirty="0"/>
              <a:t>Gebruik heel spaarzaam</a:t>
            </a:r>
          </a:p>
          <a:p>
            <a:pPr marL="228600" indent="-228600">
              <a:buFont typeface="+mj-lt"/>
              <a:buAutoNum type="arabicPeriod"/>
            </a:pPr>
            <a:endParaRPr lang="nl-BE" b="0" u="none" dirty="0"/>
          </a:p>
        </p:txBody>
      </p:sp>
      <p:sp>
        <p:nvSpPr>
          <p:cNvPr id="4" name="Slide Number Placeholder 3"/>
          <p:cNvSpPr>
            <a:spLocks noGrp="1"/>
          </p:cNvSpPr>
          <p:nvPr>
            <p:ph type="sldNum" sz="quarter" idx="5"/>
          </p:nvPr>
        </p:nvSpPr>
        <p:spPr/>
        <p:txBody>
          <a:bodyPr/>
          <a:lstStyle/>
          <a:p>
            <a:fld id="{B76CD287-2553-49D7-9A1F-9FF485C82D41}" type="slidenum">
              <a:rPr lang="en-US" smtClean="0"/>
              <a:t>5</a:t>
            </a:fld>
            <a:endParaRPr lang="en-US" dirty="0"/>
          </a:p>
        </p:txBody>
      </p:sp>
    </p:spTree>
    <p:extLst>
      <p:ext uri="{BB962C8B-B14F-4D97-AF65-F5344CB8AC3E}">
        <p14:creationId xmlns:p14="http://schemas.microsoft.com/office/powerpoint/2010/main" val="743898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b="1" dirty="0"/>
              <a:t>Agenda – inhoudstafel</a:t>
            </a:r>
          </a:p>
          <a:p>
            <a:r>
              <a:rPr lang="nl-BE" i="0" u="sng" dirty="0"/>
              <a:t>Instructies:</a:t>
            </a:r>
          </a:p>
          <a:p>
            <a:pPr marL="228600" indent="-228600">
              <a:buFont typeface="+mj-lt"/>
              <a:buAutoNum type="arabicPeriod"/>
            </a:pPr>
            <a:r>
              <a:rPr lang="nl-BE" dirty="0"/>
              <a:t>Deze kan gebruikt worden voor de agenda of inhoud van een presentaties. Het is een tabel lijnen kunnen verwijderd of toegevoegd worden.</a:t>
            </a:r>
          </a:p>
          <a:p>
            <a:pPr marL="228600" indent="-228600">
              <a:buFont typeface="+mj-lt"/>
              <a:buAutoNum type="arabicPeriod"/>
            </a:pPr>
            <a:r>
              <a:rPr lang="nl-BE" dirty="0"/>
              <a:t>Agenda mag veranderd worden naargelang de context, bv Inhoud</a:t>
            </a:r>
          </a:p>
          <a:p>
            <a:pPr marL="228600" indent="-228600">
              <a:buFont typeface="+mj-lt"/>
              <a:buAutoNum type="arabicPeriod"/>
            </a:pPr>
            <a:r>
              <a:rPr lang="nl-BE" dirty="0"/>
              <a:t>De titel mag ook gewijzigd worden naargelang de context. “Zoals wat staat er op het menu vandaag”, maar ook andere</a:t>
            </a:r>
            <a:r>
              <a:rPr lang="nl-BE"/>
              <a:t>, creatievere</a:t>
            </a:r>
            <a:endParaRPr lang="nl-BE" dirty="0"/>
          </a:p>
        </p:txBody>
      </p:sp>
      <p:sp>
        <p:nvSpPr>
          <p:cNvPr id="4" name="Slide Number Placeholder 3"/>
          <p:cNvSpPr>
            <a:spLocks noGrp="1"/>
          </p:cNvSpPr>
          <p:nvPr>
            <p:ph type="sldNum" sz="quarter" idx="5"/>
          </p:nvPr>
        </p:nvSpPr>
        <p:spPr/>
        <p:txBody>
          <a:bodyPr/>
          <a:lstStyle/>
          <a:p>
            <a:fld id="{B76CD287-2553-49D7-9A1F-9FF485C82D41}" type="slidenum">
              <a:rPr lang="en-US" smtClean="0"/>
              <a:t>6</a:t>
            </a:fld>
            <a:endParaRPr lang="en-US" dirty="0"/>
          </a:p>
        </p:txBody>
      </p:sp>
    </p:spTree>
    <p:extLst>
      <p:ext uri="{BB962C8B-B14F-4D97-AF65-F5344CB8AC3E}">
        <p14:creationId xmlns:p14="http://schemas.microsoft.com/office/powerpoint/2010/main" val="2479555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b="1" dirty="0"/>
              <a:t>team · de mensen achter het project</a:t>
            </a:r>
            <a:br>
              <a:rPr lang="nl-NL" b="1" dirty="0"/>
            </a:br>
            <a:r>
              <a:rPr lang="nl-NL" b="0" u="sng" dirty="0"/>
              <a:t>Instructies:</a:t>
            </a:r>
          </a:p>
          <a:p>
            <a:r>
              <a:rPr lang="nl-NL" dirty="0"/>
              <a:t>Stelt het projectteam voor: ronde portretten met naam, rol en een korte omschrijving. Standaard vier personen; drie of vijf kan ook — de kolommen verdelen zich vanzelf.</a:t>
            </a:r>
          </a:p>
          <a:p>
            <a:r>
              <a:rPr lang="nl-NL" dirty="0"/>
              <a:t>Vervang elk portret door een foto uit Beelden/Portretten (of een eigen foto); de foto wordt automatisch rond bijgesneden. Pas naam, rol en omschrijving per persoon aan. Houd de omschrijving op één korte zin.</a:t>
            </a:r>
          </a:p>
          <a:p>
            <a:r>
              <a:rPr lang="nl-NL" dirty="0"/>
              <a:t>Titel en </a:t>
            </a:r>
            <a:r>
              <a:rPr lang="nl-NL" dirty="0" err="1"/>
              <a:t>eyebrow</a:t>
            </a:r>
            <a:r>
              <a:rPr lang="nl-NL" dirty="0"/>
              <a:t> mogen mee met de context (bv. "Het team", "Wie je begeleidt", "De mensen achter dit voorstel").</a:t>
            </a:r>
          </a:p>
          <a:p>
            <a:r>
              <a:rPr lang="nl-BE" dirty="0"/>
              <a:t>Deze component bevat foto's: pas hem aan door de slide te bewerken of via de </a:t>
            </a:r>
            <a:r>
              <a:rPr lang="nl-BE" sz="1200" kern="1200" dirty="0">
                <a:solidFill>
                  <a:schemeClr val="tx1"/>
                </a:solidFill>
                <a:latin typeface="+mn-lt"/>
                <a:ea typeface="+mn-ea"/>
                <a:cs typeface="+mn-cs"/>
              </a:rPr>
              <a:t>team</a:t>
            </a:r>
            <a:r>
              <a:rPr lang="nl-BE" dirty="0"/>
              <a:t>-builder, niet via </a:t>
            </a:r>
            <a:r>
              <a:rPr lang="nl-BE" dirty="0" err="1"/>
              <a:t>set_table_rows</a:t>
            </a:r>
            <a:r>
              <a:rPr lang="nl-BE"/>
              <a:t>.</a:t>
            </a:r>
            <a:endParaRPr lang="nl-BE" dirty="0"/>
          </a:p>
        </p:txBody>
      </p:sp>
      <p:sp>
        <p:nvSpPr>
          <p:cNvPr id="4" name="Slide Number Placeholder 3"/>
          <p:cNvSpPr>
            <a:spLocks noGrp="1"/>
          </p:cNvSpPr>
          <p:nvPr>
            <p:ph type="sldNum" sz="quarter" idx="5"/>
          </p:nvPr>
        </p:nvSpPr>
        <p:spPr/>
        <p:txBody>
          <a:bodyPr/>
          <a:lstStyle/>
          <a:p>
            <a:fld id="{B76CD287-2553-49D7-9A1F-9FF485C82D41}" type="slidenum">
              <a:rPr lang="en-US" smtClean="0"/>
              <a:t>7</a:t>
            </a:fld>
            <a:endParaRPr lang="en-US" dirty="0"/>
          </a:p>
        </p:txBody>
      </p:sp>
    </p:spTree>
    <p:extLst>
      <p:ext uri="{BB962C8B-B14F-4D97-AF65-F5344CB8AC3E}">
        <p14:creationId xmlns:p14="http://schemas.microsoft.com/office/powerpoint/2010/main" val="35405941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0_Cover_Dark">
    <p:bg>
      <p:bgRef idx="1001">
        <a:schemeClr val="bg2"/>
      </p:bgRef>
    </p:bg>
    <p:spTree>
      <p:nvGrpSpPr>
        <p:cNvPr id="1" name=""/>
        <p:cNvGrpSpPr/>
        <p:nvPr/>
      </p:nvGrpSpPr>
      <p:grpSpPr>
        <a:xfrm>
          <a:off x="0" y="0"/>
          <a:ext cx="0" cy="0"/>
          <a:chOff x="0" y="0"/>
          <a:chExt cx="0" cy="0"/>
        </a:xfrm>
      </p:grpSpPr>
      <p:sp>
        <p:nvSpPr>
          <p:cNvPr id="4" name="Text 4">
            <a:extLst>
              <a:ext uri="{FF2B5EF4-FFF2-40B4-BE49-F238E27FC236}">
                <a16:creationId xmlns:a16="http://schemas.microsoft.com/office/drawing/2014/main" id="{587A4A52-A19C-6637-FF64-20D13F0C022A}"/>
              </a:ext>
            </a:extLst>
          </p:cNvPr>
          <p:cNvSpPr/>
          <p:nvPr userDrawn="1"/>
        </p:nvSpPr>
        <p:spPr>
          <a:xfrm>
            <a:off x="704781" y="1880563"/>
            <a:ext cx="45719" cy="184666"/>
          </a:xfrm>
          <a:prstGeom prst="rect">
            <a:avLst/>
          </a:prstGeom>
          <a:noFill/>
          <a:ln/>
        </p:spPr>
        <p:txBody>
          <a:bodyPr wrap="square" lIns="0" tIns="0" rIns="0" bIns="0" rtlCol="0" anchor="t">
            <a:spAutoFit/>
          </a:bodyPr>
          <a:lstStyle/>
          <a:p>
            <a:pPr marL="0" indent="0" algn="l">
              <a:buFont typeface="Arial" panose="020B0604020202020204" pitchFamily="34" charset="0"/>
              <a:buNone/>
            </a:pPr>
            <a:r>
              <a:rPr lang="en-US" sz="1200" kern="0" cap="all" spc="250" baseline="0" dirty="0">
                <a:solidFill>
                  <a:schemeClr val="accent1"/>
                </a:solidFill>
                <a:latin typeface="Montserrat Medium" panose="00000600000000000000" pitchFamily="2" charset="0"/>
                <a:cs typeface="Arial" pitchFamily="34" charset="-120"/>
                <a:sym typeface="Symbol" panose="05050102010706020507" pitchFamily="18" charset="2"/>
              </a:rPr>
              <a:t></a:t>
            </a:r>
            <a:endParaRPr lang="en-US" sz="1200" cap="all" spc="250" baseline="0" dirty="0">
              <a:solidFill>
                <a:schemeClr val="accent1"/>
              </a:solidFill>
              <a:latin typeface="Montserrat Medium" panose="00000600000000000000" pitchFamily="2" charset="0"/>
            </a:endParaRPr>
          </a:p>
        </p:txBody>
      </p:sp>
      <p:sp>
        <p:nvSpPr>
          <p:cNvPr id="5" name="Text Placeholder 5">
            <a:extLst>
              <a:ext uri="{FF2B5EF4-FFF2-40B4-BE49-F238E27FC236}">
                <a16:creationId xmlns:a16="http://schemas.microsoft.com/office/drawing/2014/main" id="{A9940D9E-F085-6E0A-79EE-C90B26B09E1A}"/>
              </a:ext>
            </a:extLst>
          </p:cNvPr>
          <p:cNvSpPr>
            <a:spLocks noGrp="1"/>
          </p:cNvSpPr>
          <p:nvPr>
            <p:ph type="body" sz="quarter" idx="11" hasCustomPrompt="1"/>
          </p:nvPr>
        </p:nvSpPr>
        <p:spPr>
          <a:xfrm>
            <a:off x="820643" y="1919831"/>
            <a:ext cx="3383940" cy="138499"/>
          </a:xfrm>
          <a:prstGeom prst="rect">
            <a:avLst/>
          </a:prstGeom>
        </p:spPr>
        <p:txBody>
          <a:bodyPr wrap="none" lIns="0" tIns="0" rIns="0" bIns="0">
            <a:spAutoFit/>
          </a:bodyPr>
          <a:lstStyle>
            <a:lvl1pPr>
              <a:buNone/>
              <a:defRPr lang="en-US" sz="1000" kern="0" cap="all" spc="250" baseline="0" dirty="0" smtClean="0">
                <a:solidFill>
                  <a:schemeClr val="accent6"/>
                </a:solidFill>
                <a:latin typeface="Montserrat Medium" panose="00000600000000000000" pitchFamily="2" charset="0"/>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dirty="0"/>
              <a:t>Presentation Type  VOOR </a:t>
            </a:r>
            <a:r>
              <a:rPr lang="en-US" dirty="0" err="1"/>
              <a:t>KLant</a:t>
            </a:r>
            <a:endParaRPr lang="en-US" dirty="0"/>
          </a:p>
        </p:txBody>
      </p:sp>
      <p:sp>
        <p:nvSpPr>
          <p:cNvPr id="6" name="Text Placeholder 5">
            <a:extLst>
              <a:ext uri="{FF2B5EF4-FFF2-40B4-BE49-F238E27FC236}">
                <a16:creationId xmlns:a16="http://schemas.microsoft.com/office/drawing/2014/main" id="{FB8F61E0-7945-FD2D-D8A5-E7F915F10276}"/>
              </a:ext>
            </a:extLst>
          </p:cNvPr>
          <p:cNvSpPr>
            <a:spLocks noGrp="1"/>
          </p:cNvSpPr>
          <p:nvPr>
            <p:ph type="body" sz="quarter" idx="12" hasCustomPrompt="1"/>
          </p:nvPr>
        </p:nvSpPr>
        <p:spPr>
          <a:xfrm>
            <a:off x="714627" y="2266716"/>
            <a:ext cx="8133545" cy="553998"/>
          </a:xfrm>
          <a:prstGeom prst="rect">
            <a:avLst/>
          </a:prstGeom>
        </p:spPr>
        <p:txBody>
          <a:bodyPr wrap="square" lIns="0" tIns="0" rIns="0" bIns="0">
            <a:spAutoFit/>
          </a:bodyPr>
          <a:lstStyle>
            <a:lvl1pPr marL="0" indent="0">
              <a:buNone/>
              <a:defRPr lang="en-US" sz="3600" b="1" kern="0" cap="none" spc="0" baseline="0" dirty="0" smtClean="0">
                <a:solidFill>
                  <a:schemeClr val="tx1"/>
                </a:solidFill>
                <a:latin typeface="+mj-lt"/>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dirty="0"/>
              <a:t>Titel van de </a:t>
            </a:r>
            <a:r>
              <a:rPr lang="en-US" dirty="0" err="1"/>
              <a:t>presentatie</a:t>
            </a:r>
            <a:r>
              <a:rPr lang="en-US" dirty="0"/>
              <a:t>.</a:t>
            </a:r>
          </a:p>
        </p:txBody>
      </p:sp>
      <p:pic>
        <p:nvPicPr>
          <p:cNvPr id="8" name="Picture 7">
            <a:extLst>
              <a:ext uri="{FF2B5EF4-FFF2-40B4-BE49-F238E27FC236}">
                <a16:creationId xmlns:a16="http://schemas.microsoft.com/office/drawing/2014/main" id="{49FF01A6-30F2-2E29-A274-EDB7CFE188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628" y="630649"/>
            <a:ext cx="1479223" cy="353377"/>
          </a:xfrm>
          <a:prstGeom prst="rect">
            <a:avLst/>
          </a:prstGeom>
        </p:spPr>
      </p:pic>
      <p:sp>
        <p:nvSpPr>
          <p:cNvPr id="9" name="Text Placeholder 5">
            <a:extLst>
              <a:ext uri="{FF2B5EF4-FFF2-40B4-BE49-F238E27FC236}">
                <a16:creationId xmlns:a16="http://schemas.microsoft.com/office/drawing/2014/main" id="{67AFA872-C9C0-ED20-7FDC-AE1F9EC6EE3D}"/>
              </a:ext>
            </a:extLst>
          </p:cNvPr>
          <p:cNvSpPr>
            <a:spLocks noGrp="1"/>
          </p:cNvSpPr>
          <p:nvPr>
            <p:ph type="body" sz="quarter" idx="13" hasCustomPrompt="1"/>
          </p:nvPr>
        </p:nvSpPr>
        <p:spPr>
          <a:xfrm>
            <a:off x="714627" y="2780250"/>
            <a:ext cx="8133545" cy="498598"/>
          </a:xfrm>
          <a:prstGeom prst="rect">
            <a:avLst/>
          </a:prstGeom>
        </p:spPr>
        <p:txBody>
          <a:bodyPr wrap="square" lIns="0" tIns="0" rIns="0" bIns="0">
            <a:spAutoFit/>
          </a:bodyPr>
          <a:lstStyle>
            <a:lvl1pPr>
              <a:buNone/>
              <a:defRPr lang="en-US" sz="3600" b="0" i="1" kern="0" cap="none" spc="0" baseline="0" dirty="0" smtClean="0">
                <a:solidFill>
                  <a:schemeClr val="accent1"/>
                </a:solidFill>
                <a:latin typeface="+mj-lt"/>
                <a:ea typeface="Montserrat" panose="00000500000000000000" pitchFamily="2" charset="0"/>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nl-BE" dirty="0"/>
              <a:t>Krachtige korte </a:t>
            </a:r>
            <a:r>
              <a:rPr lang="nl-BE" dirty="0" err="1"/>
              <a:t>tagline</a:t>
            </a:r>
            <a:r>
              <a:rPr lang="nl-BE" dirty="0"/>
              <a:t>.</a:t>
            </a:r>
            <a:endParaRPr lang="en-US" dirty="0"/>
          </a:p>
        </p:txBody>
      </p:sp>
      <p:sp>
        <p:nvSpPr>
          <p:cNvPr id="10" name="Text Placeholder 5">
            <a:extLst>
              <a:ext uri="{FF2B5EF4-FFF2-40B4-BE49-F238E27FC236}">
                <a16:creationId xmlns:a16="http://schemas.microsoft.com/office/drawing/2014/main" id="{B1FB044A-7DEF-3561-8E93-08DB09FD492D}"/>
              </a:ext>
            </a:extLst>
          </p:cNvPr>
          <p:cNvSpPr>
            <a:spLocks noGrp="1"/>
          </p:cNvSpPr>
          <p:nvPr>
            <p:ph type="body" sz="quarter" idx="14" hasCustomPrompt="1"/>
          </p:nvPr>
        </p:nvSpPr>
        <p:spPr>
          <a:xfrm>
            <a:off x="714627" y="3412816"/>
            <a:ext cx="5381373" cy="581698"/>
          </a:xfrm>
          <a:prstGeom prst="rect">
            <a:avLst/>
          </a:prstGeom>
        </p:spPr>
        <p:txBody>
          <a:bodyPr wrap="square" lIns="0" tIns="0" rIns="0" bIns="0">
            <a:spAutoFit/>
          </a:bodyPr>
          <a:lstStyle>
            <a:lvl1pPr marL="0" indent="0">
              <a:buNone/>
              <a:tabLst/>
              <a:defRPr lang="nl-BE" sz="1400" b="0" i="0" smtClean="0">
                <a:solidFill>
                  <a:schemeClr val="accent6"/>
                </a:solidFill>
                <a:effectLst/>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nl-BE" dirty="0"/>
              <a:t>Een korte introductie die de essentie van deze presentatie samenvat. Helpt de lezer snel de context en bedoeling te begrijpen.</a:t>
            </a:r>
            <a:endParaRPr lang="en-US" dirty="0"/>
          </a:p>
        </p:txBody>
      </p:sp>
      <p:sp>
        <p:nvSpPr>
          <p:cNvPr id="11" name="Text Placeholder 5">
            <a:extLst>
              <a:ext uri="{FF2B5EF4-FFF2-40B4-BE49-F238E27FC236}">
                <a16:creationId xmlns:a16="http://schemas.microsoft.com/office/drawing/2014/main" id="{235186C6-303E-6AF7-B52E-771D6DA87A9F}"/>
              </a:ext>
            </a:extLst>
          </p:cNvPr>
          <p:cNvSpPr>
            <a:spLocks noGrp="1"/>
          </p:cNvSpPr>
          <p:nvPr>
            <p:ph type="body" sz="quarter" idx="15" hasCustomPrompt="1"/>
          </p:nvPr>
        </p:nvSpPr>
        <p:spPr>
          <a:xfrm>
            <a:off x="714628" y="4877090"/>
            <a:ext cx="851476" cy="124650"/>
          </a:xfrm>
          <a:prstGeom prst="rect">
            <a:avLst/>
          </a:prstGeom>
        </p:spPr>
        <p:txBody>
          <a:bodyPr wrap="square" lIns="0" tIns="0" rIns="0" bIns="0">
            <a:spAutoFit/>
          </a:bodyPr>
          <a:lstStyle>
            <a:lvl1pPr>
              <a:buNone/>
              <a:defRPr lang="en-US" sz="900" b="0" kern="0" cap="none" spc="0" baseline="0" dirty="0" smtClean="0">
                <a:solidFill>
                  <a:schemeClr val="accent6"/>
                </a:solidFill>
                <a:latin typeface="+mn-lt"/>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dirty="0"/>
              <a:t>00 mmm 2026</a:t>
            </a:r>
          </a:p>
        </p:txBody>
      </p:sp>
      <p:sp>
        <p:nvSpPr>
          <p:cNvPr id="12" name="Text Placeholder 5">
            <a:extLst>
              <a:ext uri="{FF2B5EF4-FFF2-40B4-BE49-F238E27FC236}">
                <a16:creationId xmlns:a16="http://schemas.microsoft.com/office/drawing/2014/main" id="{F00CE59F-7F15-4732-9F3C-F13D7B909DD8}"/>
              </a:ext>
            </a:extLst>
          </p:cNvPr>
          <p:cNvSpPr>
            <a:spLocks noGrp="1"/>
          </p:cNvSpPr>
          <p:nvPr>
            <p:ph type="body" sz="quarter" idx="16" hasCustomPrompt="1"/>
          </p:nvPr>
        </p:nvSpPr>
        <p:spPr>
          <a:xfrm>
            <a:off x="704781" y="5071299"/>
            <a:ext cx="2318194" cy="124650"/>
          </a:xfrm>
          <a:prstGeom prst="rect">
            <a:avLst/>
          </a:prstGeom>
        </p:spPr>
        <p:txBody>
          <a:bodyPr wrap="square" lIns="0" tIns="0" rIns="0" bIns="0">
            <a:spAutoFit/>
          </a:bodyPr>
          <a:lstStyle>
            <a:lvl1pPr>
              <a:buNone/>
              <a:defRPr lang="en-US" sz="900" b="0" kern="0" cap="none" spc="0" baseline="0" dirty="0" smtClean="0">
                <a:solidFill>
                  <a:schemeClr val="accent6"/>
                </a:solidFill>
                <a:latin typeface="+mn-lt"/>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dirty="0" err="1"/>
              <a:t>Gepresenteerd</a:t>
            </a:r>
            <a:r>
              <a:rPr lang="en-US" dirty="0"/>
              <a:t> door Naam </a:t>
            </a:r>
            <a:r>
              <a:rPr lang="en-US" dirty="0" err="1"/>
              <a:t>Voornaam</a:t>
            </a:r>
            <a:endParaRPr lang="en-US" dirty="0"/>
          </a:p>
        </p:txBody>
      </p:sp>
    </p:spTree>
    <p:extLst>
      <p:ext uri="{BB962C8B-B14F-4D97-AF65-F5344CB8AC3E}">
        <p14:creationId xmlns:p14="http://schemas.microsoft.com/office/powerpoint/2010/main" val="398547453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0_Content_Steal">
    <p:bg>
      <p:bgPr>
        <a:solidFill>
          <a:schemeClr val="accent6"/>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CFC1-899B-1F01-DC84-D5E98D840C1A}"/>
              </a:ext>
            </a:extLst>
          </p:cNvPr>
          <p:cNvSpPr>
            <a:spLocks noGrp="1"/>
          </p:cNvSpPr>
          <p:nvPr>
            <p:ph type="sldNum" sz="quarter" idx="10"/>
          </p:nvPr>
        </p:nvSpPr>
        <p:spPr/>
        <p:txBody>
          <a:bodyPr/>
          <a:lstStyle>
            <a:lvl1pPr>
              <a:defRPr>
                <a:solidFill>
                  <a:schemeClr val="tx2"/>
                </a:solidFill>
              </a:defRPr>
            </a:lvl1pPr>
          </a:lstStyle>
          <a:p>
            <a:fld id="{110B21AF-5334-4C7D-8524-FAAF416600A9}" type="slidenum">
              <a:rPr lang="nl-BE" smtClean="0"/>
              <a:pPr/>
              <a:t>‹#›</a:t>
            </a:fld>
            <a:endParaRPr lang="nl-BE" dirty="0">
              <a:solidFill>
                <a:schemeClr val="tx2"/>
              </a:solidFill>
            </a:endParaRPr>
          </a:p>
        </p:txBody>
      </p:sp>
      <p:sp>
        <p:nvSpPr>
          <p:cNvPr id="5" name="Text 4">
            <a:extLst>
              <a:ext uri="{FF2B5EF4-FFF2-40B4-BE49-F238E27FC236}">
                <a16:creationId xmlns:a16="http://schemas.microsoft.com/office/drawing/2014/main" id="{526CCF26-17E6-9AFF-CBF6-6456D27AA1CD}"/>
              </a:ext>
            </a:extLst>
          </p:cNvPr>
          <p:cNvSpPr/>
          <p:nvPr userDrawn="1"/>
        </p:nvSpPr>
        <p:spPr>
          <a:xfrm>
            <a:off x="709614" y="609195"/>
            <a:ext cx="67991" cy="184666"/>
          </a:xfrm>
          <a:prstGeom prst="rect">
            <a:avLst/>
          </a:prstGeom>
          <a:noFill/>
          <a:ln/>
        </p:spPr>
        <p:txBody>
          <a:bodyPr wrap="square" lIns="0" tIns="0" rIns="0" bIns="0" rtlCol="0" anchor="t">
            <a:spAutoFit/>
          </a:bodyPr>
          <a:lstStyle/>
          <a:p>
            <a:pPr marL="0" indent="0" algn="l">
              <a:buFont typeface="Arial" panose="020B0604020202020204" pitchFamily="34" charset="0"/>
              <a:buNone/>
            </a:pPr>
            <a:r>
              <a:rPr lang="en-US" sz="1200" kern="0" cap="all" spc="200" baseline="0" dirty="0">
                <a:solidFill>
                  <a:schemeClr val="accent1"/>
                </a:solidFill>
                <a:latin typeface="Montserrat Medium" panose="00000600000000000000" pitchFamily="2" charset="0"/>
                <a:cs typeface="Arial" pitchFamily="34" charset="-120"/>
                <a:sym typeface="Symbol" panose="05050102010706020507" pitchFamily="18" charset="2"/>
              </a:rPr>
              <a:t></a:t>
            </a:r>
            <a:endParaRPr lang="en-US" sz="1200" cap="all" spc="200" baseline="0" dirty="0">
              <a:latin typeface="Montserrat Medium" panose="00000600000000000000" pitchFamily="2" charset="0"/>
            </a:endParaRPr>
          </a:p>
        </p:txBody>
      </p:sp>
      <p:sp>
        <p:nvSpPr>
          <p:cNvPr id="6" name="Text Placeholder 5">
            <a:extLst>
              <a:ext uri="{FF2B5EF4-FFF2-40B4-BE49-F238E27FC236}">
                <a16:creationId xmlns:a16="http://schemas.microsoft.com/office/drawing/2014/main" id="{37BF0566-DB2B-A55F-61D6-ED212353390D}"/>
              </a:ext>
            </a:extLst>
          </p:cNvPr>
          <p:cNvSpPr>
            <a:spLocks noGrp="1"/>
          </p:cNvSpPr>
          <p:nvPr>
            <p:ph type="body" sz="quarter" idx="11"/>
          </p:nvPr>
        </p:nvSpPr>
        <p:spPr>
          <a:xfrm>
            <a:off x="845322" y="617147"/>
            <a:ext cx="10620000" cy="184666"/>
          </a:xfrm>
          <a:prstGeom prst="rect">
            <a:avLst/>
          </a:prstGeom>
        </p:spPr>
        <p:txBody>
          <a:bodyPr wrap="square" lIns="0" tIns="0" rIns="0" bIns="0" anchor="ctr">
            <a:spAutoFit/>
          </a:bodyPr>
          <a:lstStyle>
            <a:lvl1pPr algn="l">
              <a:buNone/>
              <a:defRPr lang="en-US" sz="1200" kern="0" cap="all" spc="200" baseline="0" dirty="0" smtClean="0">
                <a:solidFill>
                  <a:srgbClr val="014046"/>
                </a:solidFill>
                <a:latin typeface="Montserrat Medium" panose="00000600000000000000" pitchFamily="2" charset="0"/>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a:t>Click to edit Master text styles</a:t>
            </a:r>
          </a:p>
        </p:txBody>
      </p:sp>
      <p:sp>
        <p:nvSpPr>
          <p:cNvPr id="7" name="Title 6">
            <a:extLst>
              <a:ext uri="{FF2B5EF4-FFF2-40B4-BE49-F238E27FC236}">
                <a16:creationId xmlns:a16="http://schemas.microsoft.com/office/drawing/2014/main" id="{7AE7463E-35E6-2DC2-B40A-E2F577342889}"/>
              </a:ext>
            </a:extLst>
          </p:cNvPr>
          <p:cNvSpPr>
            <a:spLocks noGrp="1"/>
          </p:cNvSpPr>
          <p:nvPr>
            <p:ph type="title"/>
          </p:nvPr>
        </p:nvSpPr>
        <p:spPr/>
        <p:txBody>
          <a:bodyPr/>
          <a:lstStyle/>
          <a:p>
            <a:r>
              <a:rPr lang="en-US"/>
              <a:t>Click to edit Master title style</a:t>
            </a:r>
            <a:endParaRPr lang="nl-BE" dirty="0"/>
          </a:p>
        </p:txBody>
      </p:sp>
      <p:sp>
        <p:nvSpPr>
          <p:cNvPr id="27" name="Text Placeholder 26">
            <a:extLst>
              <a:ext uri="{FF2B5EF4-FFF2-40B4-BE49-F238E27FC236}">
                <a16:creationId xmlns:a16="http://schemas.microsoft.com/office/drawing/2014/main" id="{FB538EDE-785F-CB08-4CAD-32A6B9FC44E5}"/>
              </a:ext>
            </a:extLst>
          </p:cNvPr>
          <p:cNvSpPr>
            <a:spLocks noGrp="1"/>
          </p:cNvSpPr>
          <p:nvPr>
            <p:ph type="body" sz="quarter" idx="12"/>
          </p:nvPr>
        </p:nvSpPr>
        <p:spPr>
          <a:xfrm>
            <a:off x="709614" y="1773238"/>
            <a:ext cx="7204398" cy="4643437"/>
          </a:xfrm>
        </p:spPr>
        <p:txBody>
          <a:bodyPr/>
          <a:lstStyle>
            <a:lvl2pPr>
              <a:spcBef>
                <a:spcPts val="0"/>
              </a:spcBef>
              <a:spcAft>
                <a:spcPts val="600"/>
              </a:spcAf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Tree>
    <p:extLst>
      <p:ext uri="{BB962C8B-B14F-4D97-AF65-F5344CB8AC3E}">
        <p14:creationId xmlns:p14="http://schemas.microsoft.com/office/powerpoint/2010/main" val="2254644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0_Content_White">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CFC1-899B-1F01-DC84-D5E98D840C1A}"/>
              </a:ext>
            </a:extLst>
          </p:cNvPr>
          <p:cNvSpPr>
            <a:spLocks noGrp="1"/>
          </p:cNvSpPr>
          <p:nvPr>
            <p:ph type="sldNum" sz="quarter" idx="10"/>
          </p:nvPr>
        </p:nvSpPr>
        <p:spPr/>
        <p:txBody>
          <a:bodyPr/>
          <a:lstStyle>
            <a:lvl1pPr>
              <a:defRPr>
                <a:solidFill>
                  <a:schemeClr val="tx2"/>
                </a:solidFill>
              </a:defRPr>
            </a:lvl1pPr>
          </a:lstStyle>
          <a:p>
            <a:fld id="{110B21AF-5334-4C7D-8524-FAAF416600A9}" type="slidenum">
              <a:rPr lang="nl-BE" smtClean="0"/>
              <a:pPr/>
              <a:t>‹#›</a:t>
            </a:fld>
            <a:endParaRPr lang="nl-BE" dirty="0">
              <a:solidFill>
                <a:schemeClr val="tx2"/>
              </a:solidFill>
            </a:endParaRPr>
          </a:p>
        </p:txBody>
      </p:sp>
      <p:sp>
        <p:nvSpPr>
          <p:cNvPr id="5" name="Text 4">
            <a:extLst>
              <a:ext uri="{FF2B5EF4-FFF2-40B4-BE49-F238E27FC236}">
                <a16:creationId xmlns:a16="http://schemas.microsoft.com/office/drawing/2014/main" id="{526CCF26-17E6-9AFF-CBF6-6456D27AA1CD}"/>
              </a:ext>
            </a:extLst>
          </p:cNvPr>
          <p:cNvSpPr/>
          <p:nvPr userDrawn="1"/>
        </p:nvSpPr>
        <p:spPr>
          <a:xfrm>
            <a:off x="709614" y="609195"/>
            <a:ext cx="67991" cy="184666"/>
          </a:xfrm>
          <a:prstGeom prst="rect">
            <a:avLst/>
          </a:prstGeom>
          <a:noFill/>
          <a:ln/>
        </p:spPr>
        <p:txBody>
          <a:bodyPr wrap="square" lIns="0" tIns="0" rIns="0" bIns="0" rtlCol="0" anchor="t">
            <a:spAutoFit/>
          </a:bodyPr>
          <a:lstStyle/>
          <a:p>
            <a:pPr marL="0" indent="0" algn="l">
              <a:buFont typeface="Arial" panose="020B0604020202020204" pitchFamily="34" charset="0"/>
              <a:buNone/>
            </a:pPr>
            <a:r>
              <a:rPr lang="en-US" sz="1200" kern="0" cap="all" spc="200" baseline="0" dirty="0">
                <a:solidFill>
                  <a:schemeClr val="accent1"/>
                </a:solidFill>
                <a:latin typeface="Montserrat Medium" panose="00000600000000000000" pitchFamily="2" charset="0"/>
                <a:cs typeface="Arial" pitchFamily="34" charset="-120"/>
                <a:sym typeface="Symbol" panose="05050102010706020507" pitchFamily="18" charset="2"/>
              </a:rPr>
              <a:t></a:t>
            </a:r>
            <a:endParaRPr lang="en-US" sz="1200" cap="all" spc="200" baseline="0" dirty="0">
              <a:latin typeface="Montserrat Medium" panose="00000600000000000000" pitchFamily="2" charset="0"/>
            </a:endParaRPr>
          </a:p>
        </p:txBody>
      </p:sp>
      <p:sp>
        <p:nvSpPr>
          <p:cNvPr id="6" name="Text Placeholder 5">
            <a:extLst>
              <a:ext uri="{FF2B5EF4-FFF2-40B4-BE49-F238E27FC236}">
                <a16:creationId xmlns:a16="http://schemas.microsoft.com/office/drawing/2014/main" id="{37BF0566-DB2B-A55F-61D6-ED212353390D}"/>
              </a:ext>
            </a:extLst>
          </p:cNvPr>
          <p:cNvSpPr>
            <a:spLocks noGrp="1"/>
          </p:cNvSpPr>
          <p:nvPr>
            <p:ph type="body" sz="quarter" idx="11"/>
          </p:nvPr>
        </p:nvSpPr>
        <p:spPr>
          <a:xfrm>
            <a:off x="845322" y="625099"/>
            <a:ext cx="10656000" cy="184666"/>
          </a:xfrm>
          <a:prstGeom prst="rect">
            <a:avLst/>
          </a:prstGeom>
        </p:spPr>
        <p:txBody>
          <a:bodyPr wrap="square" lIns="0" tIns="0" rIns="0" bIns="0" anchor="ctr">
            <a:spAutoFit/>
          </a:bodyPr>
          <a:lstStyle>
            <a:lvl1pPr algn="l">
              <a:buNone/>
              <a:defRPr lang="en-US" sz="1200" kern="0" cap="all" spc="200" baseline="0" dirty="0" smtClean="0">
                <a:solidFill>
                  <a:srgbClr val="014046"/>
                </a:solidFill>
                <a:latin typeface="Montserrat Medium" panose="00000600000000000000" pitchFamily="2" charset="0"/>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a:t>Click to edit Master text styles</a:t>
            </a:r>
          </a:p>
        </p:txBody>
      </p:sp>
      <p:sp>
        <p:nvSpPr>
          <p:cNvPr id="7" name="Title 6">
            <a:extLst>
              <a:ext uri="{FF2B5EF4-FFF2-40B4-BE49-F238E27FC236}">
                <a16:creationId xmlns:a16="http://schemas.microsoft.com/office/drawing/2014/main" id="{7AE7463E-35E6-2DC2-B40A-E2F577342889}"/>
              </a:ext>
            </a:extLst>
          </p:cNvPr>
          <p:cNvSpPr>
            <a:spLocks noGrp="1"/>
          </p:cNvSpPr>
          <p:nvPr>
            <p:ph type="title"/>
          </p:nvPr>
        </p:nvSpPr>
        <p:spPr/>
        <p:txBody>
          <a:bodyPr/>
          <a:lstStyle/>
          <a:p>
            <a:r>
              <a:rPr lang="en-US"/>
              <a:t>Click to edit Master title style</a:t>
            </a:r>
            <a:endParaRPr lang="nl-BE" dirty="0"/>
          </a:p>
        </p:txBody>
      </p:sp>
      <p:sp>
        <p:nvSpPr>
          <p:cNvPr id="27" name="Text Placeholder 26">
            <a:extLst>
              <a:ext uri="{FF2B5EF4-FFF2-40B4-BE49-F238E27FC236}">
                <a16:creationId xmlns:a16="http://schemas.microsoft.com/office/drawing/2014/main" id="{FB538EDE-785F-CB08-4CAD-32A6B9FC44E5}"/>
              </a:ext>
            </a:extLst>
          </p:cNvPr>
          <p:cNvSpPr>
            <a:spLocks noGrp="1"/>
          </p:cNvSpPr>
          <p:nvPr>
            <p:ph type="body" sz="quarter" idx="12"/>
          </p:nvPr>
        </p:nvSpPr>
        <p:spPr>
          <a:xfrm>
            <a:off x="709614" y="1773238"/>
            <a:ext cx="7204398" cy="4643437"/>
          </a:xfrm>
        </p:spPr>
        <p:txBody>
          <a:bodyPr/>
          <a:lstStyle>
            <a:lvl2pPr>
              <a:spcBef>
                <a:spcPts val="0"/>
              </a:spcBef>
              <a:spcAft>
                <a:spcPts val="600"/>
              </a:spcAf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Tree>
    <p:extLst>
      <p:ext uri="{BB962C8B-B14F-4D97-AF65-F5344CB8AC3E}">
        <p14:creationId xmlns:p14="http://schemas.microsoft.com/office/powerpoint/2010/main" val="3117810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0_Section_Dark">
    <p:bg>
      <p:bgRef idx="1001">
        <a:schemeClr val="bg2"/>
      </p:bgRef>
    </p:bg>
    <p:spTree>
      <p:nvGrpSpPr>
        <p:cNvPr id="1" name=""/>
        <p:cNvGrpSpPr/>
        <p:nvPr/>
      </p:nvGrpSpPr>
      <p:grpSpPr>
        <a:xfrm>
          <a:off x="0" y="0"/>
          <a:ext cx="0" cy="0"/>
          <a:chOff x="0" y="0"/>
          <a:chExt cx="0" cy="0"/>
        </a:xfrm>
      </p:grpSpPr>
      <p:sp>
        <p:nvSpPr>
          <p:cNvPr id="4" name="Text 4">
            <a:extLst>
              <a:ext uri="{FF2B5EF4-FFF2-40B4-BE49-F238E27FC236}">
                <a16:creationId xmlns:a16="http://schemas.microsoft.com/office/drawing/2014/main" id="{587A4A52-A19C-6637-FF64-20D13F0C022A}"/>
              </a:ext>
            </a:extLst>
          </p:cNvPr>
          <p:cNvSpPr/>
          <p:nvPr userDrawn="1"/>
        </p:nvSpPr>
        <p:spPr>
          <a:xfrm>
            <a:off x="714628" y="2977428"/>
            <a:ext cx="45719" cy="184666"/>
          </a:xfrm>
          <a:prstGeom prst="rect">
            <a:avLst/>
          </a:prstGeom>
          <a:noFill/>
          <a:ln/>
        </p:spPr>
        <p:txBody>
          <a:bodyPr wrap="square" lIns="0" tIns="0" rIns="0" bIns="0" rtlCol="0" anchor="t">
            <a:spAutoFit/>
          </a:bodyPr>
          <a:lstStyle/>
          <a:p>
            <a:pPr marL="0" indent="0" algn="l">
              <a:buFont typeface="Arial" panose="020B0604020202020204" pitchFamily="34" charset="0"/>
              <a:buNone/>
            </a:pPr>
            <a:r>
              <a:rPr lang="en-US" sz="1200" kern="0" cap="all" spc="250" baseline="0" dirty="0">
                <a:solidFill>
                  <a:schemeClr val="accent1"/>
                </a:solidFill>
                <a:latin typeface="Montserrat Medium" panose="00000600000000000000" pitchFamily="2" charset="0"/>
                <a:cs typeface="Arial" pitchFamily="34" charset="-120"/>
                <a:sym typeface="Symbol" panose="05050102010706020507" pitchFamily="18" charset="2"/>
              </a:rPr>
              <a:t></a:t>
            </a:r>
            <a:endParaRPr lang="en-US" sz="1200" cap="all" spc="250" baseline="0" dirty="0">
              <a:solidFill>
                <a:schemeClr val="accent1"/>
              </a:solidFill>
              <a:latin typeface="Montserrat Medium" panose="00000600000000000000" pitchFamily="2" charset="0"/>
            </a:endParaRPr>
          </a:p>
        </p:txBody>
      </p:sp>
      <p:sp>
        <p:nvSpPr>
          <p:cNvPr id="5" name="Text Placeholder 5">
            <a:extLst>
              <a:ext uri="{FF2B5EF4-FFF2-40B4-BE49-F238E27FC236}">
                <a16:creationId xmlns:a16="http://schemas.microsoft.com/office/drawing/2014/main" id="{A9940D9E-F085-6E0A-79EE-C90B26B09E1A}"/>
              </a:ext>
            </a:extLst>
          </p:cNvPr>
          <p:cNvSpPr>
            <a:spLocks noGrp="1"/>
          </p:cNvSpPr>
          <p:nvPr>
            <p:ph type="body" sz="quarter" idx="11" hasCustomPrompt="1"/>
          </p:nvPr>
        </p:nvSpPr>
        <p:spPr>
          <a:xfrm>
            <a:off x="830490" y="2997646"/>
            <a:ext cx="729367" cy="153888"/>
          </a:xfrm>
          <a:prstGeom prst="rect">
            <a:avLst/>
          </a:prstGeom>
        </p:spPr>
        <p:txBody>
          <a:bodyPr wrap="none" lIns="0" tIns="0" rIns="0" bIns="0">
            <a:spAutoFit/>
          </a:bodyPr>
          <a:lstStyle>
            <a:lvl1pPr>
              <a:buNone/>
              <a:defRPr lang="en-US" sz="1000" kern="0" cap="all" spc="200" baseline="0" dirty="0" smtClean="0">
                <a:solidFill>
                  <a:schemeClr val="accent6"/>
                </a:solidFill>
                <a:latin typeface="Montserrat Medium" panose="00000600000000000000" pitchFamily="2" charset="0"/>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dirty="0"/>
              <a:t>DEEL 03</a:t>
            </a:r>
          </a:p>
        </p:txBody>
      </p:sp>
      <p:sp>
        <p:nvSpPr>
          <p:cNvPr id="6" name="Text Placeholder 5">
            <a:extLst>
              <a:ext uri="{FF2B5EF4-FFF2-40B4-BE49-F238E27FC236}">
                <a16:creationId xmlns:a16="http://schemas.microsoft.com/office/drawing/2014/main" id="{FB8F61E0-7945-FD2D-D8A5-E7F915F10276}"/>
              </a:ext>
            </a:extLst>
          </p:cNvPr>
          <p:cNvSpPr>
            <a:spLocks noGrp="1"/>
          </p:cNvSpPr>
          <p:nvPr>
            <p:ph type="body" sz="quarter" idx="12" hasCustomPrompt="1"/>
          </p:nvPr>
        </p:nvSpPr>
        <p:spPr>
          <a:xfrm>
            <a:off x="696700" y="3446928"/>
            <a:ext cx="5957636" cy="553998"/>
          </a:xfrm>
          <a:prstGeom prst="rect">
            <a:avLst/>
          </a:prstGeom>
        </p:spPr>
        <p:txBody>
          <a:bodyPr wrap="square" lIns="0" tIns="0" rIns="0" bIns="0">
            <a:spAutoFit/>
          </a:bodyPr>
          <a:lstStyle>
            <a:lvl1pPr marL="0" indent="0">
              <a:buNone/>
              <a:defRPr lang="en-US" sz="3600" b="1" kern="0" cap="none" spc="0" baseline="0" dirty="0" smtClean="0">
                <a:solidFill>
                  <a:schemeClr val="tx1"/>
                </a:solidFill>
                <a:latin typeface="+mj-lt"/>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dirty="0"/>
              <a:t>Titel van de </a:t>
            </a:r>
            <a:r>
              <a:rPr lang="en-US" dirty="0" err="1"/>
              <a:t>sectie</a:t>
            </a:r>
            <a:r>
              <a:rPr lang="en-US" dirty="0"/>
              <a:t>. </a:t>
            </a:r>
          </a:p>
        </p:txBody>
      </p:sp>
      <p:sp>
        <p:nvSpPr>
          <p:cNvPr id="10" name="Text Placeholder 5">
            <a:extLst>
              <a:ext uri="{FF2B5EF4-FFF2-40B4-BE49-F238E27FC236}">
                <a16:creationId xmlns:a16="http://schemas.microsoft.com/office/drawing/2014/main" id="{B1FB044A-7DEF-3561-8E93-08DB09FD492D}"/>
              </a:ext>
            </a:extLst>
          </p:cNvPr>
          <p:cNvSpPr>
            <a:spLocks noGrp="1"/>
          </p:cNvSpPr>
          <p:nvPr>
            <p:ph type="body" sz="quarter" idx="14" hasCustomPrompt="1"/>
          </p:nvPr>
        </p:nvSpPr>
        <p:spPr>
          <a:xfrm>
            <a:off x="714629" y="4270264"/>
            <a:ext cx="3900914" cy="646331"/>
          </a:xfrm>
          <a:prstGeom prst="rect">
            <a:avLst/>
          </a:prstGeom>
        </p:spPr>
        <p:txBody>
          <a:bodyPr wrap="square" lIns="0" tIns="0" rIns="0" bIns="0">
            <a:spAutoFit/>
          </a:bodyPr>
          <a:lstStyle>
            <a:lvl1pPr marL="0" indent="0">
              <a:buNone/>
              <a:tabLst/>
              <a:defRPr lang="nl-BE" sz="1400" b="0" i="0" smtClean="0">
                <a:solidFill>
                  <a:schemeClr val="accent6"/>
                </a:solidFill>
                <a:effectLst/>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nl-BE" dirty="0"/>
              <a:t>Een korte introductie die de essentie van de sectie samenvat. Helpt de lezer snel de context en bedoeling te begrijpen.</a:t>
            </a:r>
            <a:endParaRPr lang="en-US" dirty="0"/>
          </a:p>
        </p:txBody>
      </p:sp>
      <p:sp>
        <p:nvSpPr>
          <p:cNvPr id="16" name="Slide Number Placeholder 15">
            <a:extLst>
              <a:ext uri="{FF2B5EF4-FFF2-40B4-BE49-F238E27FC236}">
                <a16:creationId xmlns:a16="http://schemas.microsoft.com/office/drawing/2014/main" id="{D69F973E-06F3-E2E8-A54F-18ECF14C439A}"/>
              </a:ext>
            </a:extLst>
          </p:cNvPr>
          <p:cNvSpPr>
            <a:spLocks noGrp="1"/>
          </p:cNvSpPr>
          <p:nvPr>
            <p:ph type="sldNum" sz="quarter" idx="15"/>
          </p:nvPr>
        </p:nvSpPr>
        <p:spPr/>
        <p:txBody>
          <a:bodyPr/>
          <a:lstStyle>
            <a:lvl1pPr>
              <a:defRPr>
                <a:solidFill>
                  <a:schemeClr val="accent6"/>
                </a:solidFill>
              </a:defRPr>
            </a:lvl1pPr>
          </a:lstStyle>
          <a:p>
            <a:fld id="{110B21AF-5334-4C7D-8524-FAAF416600A9}" type="slidenum">
              <a:rPr lang="nl-BE" smtClean="0"/>
              <a:pPr/>
              <a:t>‹#›</a:t>
            </a:fld>
            <a:endParaRPr lang="nl-BE" dirty="0"/>
          </a:p>
        </p:txBody>
      </p:sp>
    </p:spTree>
    <p:extLst>
      <p:ext uri="{BB962C8B-B14F-4D97-AF65-F5344CB8AC3E}">
        <p14:creationId xmlns:p14="http://schemas.microsoft.com/office/powerpoint/2010/main" val="412097386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0_Quote">
    <p:bg>
      <p:bgPr>
        <a:solidFill>
          <a:schemeClr val="accent6"/>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0EFF51-E0AA-399B-9C88-0D203198E9BD}"/>
              </a:ext>
            </a:extLst>
          </p:cNvPr>
          <p:cNvSpPr>
            <a:spLocks noGrp="1"/>
          </p:cNvSpPr>
          <p:nvPr>
            <p:ph type="sldNum" sz="quarter" idx="10"/>
          </p:nvPr>
        </p:nvSpPr>
        <p:spPr/>
        <p:txBody>
          <a:bodyPr/>
          <a:lstStyle/>
          <a:p>
            <a:fld id="{110B21AF-5334-4C7D-8524-FAAF416600A9}" type="slidenum">
              <a:rPr lang="nl-BE" smtClean="0"/>
              <a:pPr/>
              <a:t>‹#›</a:t>
            </a:fld>
            <a:endParaRPr lang="nl-BE" dirty="0">
              <a:solidFill>
                <a:schemeClr val="tx2"/>
              </a:solidFill>
            </a:endParaRPr>
          </a:p>
        </p:txBody>
      </p:sp>
      <p:sp>
        <p:nvSpPr>
          <p:cNvPr id="4" name="Text 3">
            <a:extLst>
              <a:ext uri="{FF2B5EF4-FFF2-40B4-BE49-F238E27FC236}">
                <a16:creationId xmlns:a16="http://schemas.microsoft.com/office/drawing/2014/main" id="{B5D64B2B-A737-A781-9569-019D58C45ED2}"/>
              </a:ext>
            </a:extLst>
          </p:cNvPr>
          <p:cNvSpPr/>
          <p:nvPr userDrawn="1"/>
        </p:nvSpPr>
        <p:spPr>
          <a:xfrm>
            <a:off x="695325" y="1814263"/>
            <a:ext cx="1815289" cy="1057680"/>
          </a:xfrm>
          <a:prstGeom prst="rect">
            <a:avLst/>
          </a:prstGeom>
          <a:noFill/>
          <a:ln/>
        </p:spPr>
        <p:txBody>
          <a:bodyPr wrap="square" lIns="25400" tIns="25400" rIns="25400" bIns="25400" rtlCol="0" anchor="ctr">
            <a:normAutofit fontScale="92500" lnSpcReduction="20000"/>
          </a:bodyPr>
          <a:lstStyle/>
          <a:p>
            <a:pPr marL="0" indent="0" algn="l">
              <a:lnSpc>
                <a:spcPct val="80000"/>
              </a:lnSpc>
              <a:buNone/>
            </a:pPr>
            <a:r>
              <a:rPr lang="en-US" sz="9800" b="1" dirty="0">
                <a:solidFill>
                  <a:schemeClr val="accent4"/>
                </a:solidFill>
                <a:latin typeface="+mn-lt"/>
                <a:ea typeface="Arial" pitchFamily="34" charset="-122"/>
                <a:cs typeface="Arial" pitchFamily="34" charset="-120"/>
              </a:rPr>
              <a:t>“</a:t>
            </a:r>
            <a:endParaRPr lang="en-US" sz="9800" dirty="0">
              <a:solidFill>
                <a:schemeClr val="accent4"/>
              </a:solidFill>
              <a:latin typeface="+mn-lt"/>
            </a:endParaRPr>
          </a:p>
        </p:txBody>
      </p:sp>
      <p:sp>
        <p:nvSpPr>
          <p:cNvPr id="6" name="Shape 5">
            <a:extLst>
              <a:ext uri="{FF2B5EF4-FFF2-40B4-BE49-F238E27FC236}">
                <a16:creationId xmlns:a16="http://schemas.microsoft.com/office/drawing/2014/main" id="{4CFF54C7-C6FE-66FF-B21E-2F9F1FF4B420}"/>
              </a:ext>
            </a:extLst>
          </p:cNvPr>
          <p:cNvSpPr/>
          <p:nvPr userDrawn="1"/>
        </p:nvSpPr>
        <p:spPr>
          <a:xfrm flipV="1">
            <a:off x="695325" y="3743919"/>
            <a:ext cx="252000" cy="36000"/>
          </a:xfrm>
          <a:prstGeom prst="rect">
            <a:avLst/>
          </a:prstGeom>
          <a:solidFill>
            <a:srgbClr val="00FF00"/>
          </a:solidFill>
          <a:ln/>
        </p:spPr>
        <p:txBody>
          <a:bodyPr/>
          <a:lstStyle/>
          <a:p>
            <a:endParaRPr lang="nl-BE">
              <a:latin typeface="+mn-lt"/>
            </a:endParaRPr>
          </a:p>
        </p:txBody>
      </p:sp>
      <p:sp>
        <p:nvSpPr>
          <p:cNvPr id="11" name="Text Placeholder 5">
            <a:extLst>
              <a:ext uri="{FF2B5EF4-FFF2-40B4-BE49-F238E27FC236}">
                <a16:creationId xmlns:a16="http://schemas.microsoft.com/office/drawing/2014/main" id="{7A705502-D24A-7EDD-87F4-FA25724E51E7}"/>
              </a:ext>
            </a:extLst>
          </p:cNvPr>
          <p:cNvSpPr>
            <a:spLocks noGrp="1"/>
          </p:cNvSpPr>
          <p:nvPr>
            <p:ph type="body" sz="quarter" idx="12" hasCustomPrompt="1"/>
          </p:nvPr>
        </p:nvSpPr>
        <p:spPr>
          <a:xfrm>
            <a:off x="712743" y="2581550"/>
            <a:ext cx="10408103" cy="984885"/>
          </a:xfrm>
          <a:prstGeom prst="rect">
            <a:avLst/>
          </a:prstGeom>
        </p:spPr>
        <p:txBody>
          <a:bodyPr wrap="square" lIns="0" tIns="0" rIns="0" bIns="0">
            <a:spAutoFit/>
          </a:bodyPr>
          <a:lstStyle>
            <a:lvl1pPr marL="0" indent="0">
              <a:buNone/>
              <a:defRPr lang="en-US" sz="3200" b="1" i="0" kern="0" cap="none" spc="0" baseline="0" dirty="0" smtClean="0">
                <a:solidFill>
                  <a:schemeClr val="tx2"/>
                </a:solidFill>
                <a:latin typeface="+mj-lt"/>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nl-NL" dirty="0"/>
              <a:t>AI-adoptie is geen project. Het is een evolutie die we samen met onze klanten doormaken.</a:t>
            </a:r>
            <a:endParaRPr lang="en-US" dirty="0"/>
          </a:p>
        </p:txBody>
      </p:sp>
      <p:sp>
        <p:nvSpPr>
          <p:cNvPr id="13" name="Text Placeholder 5">
            <a:extLst>
              <a:ext uri="{FF2B5EF4-FFF2-40B4-BE49-F238E27FC236}">
                <a16:creationId xmlns:a16="http://schemas.microsoft.com/office/drawing/2014/main" id="{7B5796E7-E3D2-88A5-99F5-A551E9BBDA49}"/>
              </a:ext>
            </a:extLst>
          </p:cNvPr>
          <p:cNvSpPr>
            <a:spLocks noGrp="1"/>
          </p:cNvSpPr>
          <p:nvPr>
            <p:ph type="body" sz="quarter" idx="16" hasCustomPrompt="1"/>
          </p:nvPr>
        </p:nvSpPr>
        <p:spPr>
          <a:xfrm>
            <a:off x="1044415" y="3677280"/>
            <a:ext cx="1402694" cy="169277"/>
          </a:xfrm>
          <a:prstGeom prst="rect">
            <a:avLst/>
          </a:prstGeom>
        </p:spPr>
        <p:txBody>
          <a:bodyPr wrap="square" lIns="0" tIns="0" rIns="0" bIns="0">
            <a:spAutoFit/>
          </a:bodyPr>
          <a:lstStyle>
            <a:lvl1pPr>
              <a:buNone/>
              <a:defRPr lang="en-US" sz="1100" b="1" kern="0" cap="none" spc="0" baseline="0" dirty="0" smtClean="0">
                <a:solidFill>
                  <a:schemeClr val="tx2"/>
                </a:solidFill>
                <a:latin typeface="+mn-lt"/>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dirty="0"/>
              <a:t>Wim Van Hoye</a:t>
            </a:r>
          </a:p>
        </p:txBody>
      </p:sp>
      <p:sp>
        <p:nvSpPr>
          <p:cNvPr id="14" name="Text Placeholder 5">
            <a:extLst>
              <a:ext uri="{FF2B5EF4-FFF2-40B4-BE49-F238E27FC236}">
                <a16:creationId xmlns:a16="http://schemas.microsoft.com/office/drawing/2014/main" id="{37545452-A370-CF16-E407-F4C24306C0CD}"/>
              </a:ext>
            </a:extLst>
          </p:cNvPr>
          <p:cNvSpPr>
            <a:spLocks noGrp="1"/>
          </p:cNvSpPr>
          <p:nvPr>
            <p:ph type="body" sz="quarter" idx="17" hasCustomPrompt="1"/>
          </p:nvPr>
        </p:nvSpPr>
        <p:spPr>
          <a:xfrm>
            <a:off x="2544198" y="3677280"/>
            <a:ext cx="2210681" cy="169277"/>
          </a:xfrm>
          <a:prstGeom prst="rect">
            <a:avLst/>
          </a:prstGeom>
        </p:spPr>
        <p:txBody>
          <a:bodyPr wrap="square" lIns="0" tIns="0" rIns="0" bIns="0">
            <a:spAutoFit/>
          </a:bodyPr>
          <a:lstStyle>
            <a:lvl1pPr>
              <a:buNone/>
              <a:defRPr lang="en-US" sz="1100" b="0" kern="0" cap="none" spc="0" baseline="0" dirty="0" smtClean="0">
                <a:solidFill>
                  <a:schemeClr val="accent3"/>
                </a:solidFill>
                <a:latin typeface="+mn-lt"/>
                <a:ea typeface="Arial" pitchFamily="34" charset="-122"/>
                <a:cs typeface="Arial" pitchFamily="34" charset="-120"/>
                <a:sym typeface="Symbol" panose="05050102010706020507" pitchFamily="18" charset="2"/>
              </a:defRPr>
            </a:lvl1pPr>
            <a:lvl2pPr>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dirty="0"/>
              <a:t>Managing Director, Euricom</a:t>
            </a:r>
          </a:p>
        </p:txBody>
      </p:sp>
    </p:spTree>
    <p:extLst>
      <p:ext uri="{BB962C8B-B14F-4D97-AF65-F5344CB8AC3E}">
        <p14:creationId xmlns:p14="http://schemas.microsoft.com/office/powerpoint/2010/main" val="424529395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D51C73-9764-3D38-1A01-C3EA5F6BD549}"/>
              </a:ext>
            </a:extLst>
          </p:cNvPr>
          <p:cNvSpPr>
            <a:spLocks noGrp="1"/>
          </p:cNvSpPr>
          <p:nvPr>
            <p:ph type="sldNum" sz="quarter" idx="4"/>
          </p:nvPr>
        </p:nvSpPr>
        <p:spPr>
          <a:xfrm>
            <a:off x="10344069" y="6555146"/>
            <a:ext cx="1152606" cy="123111"/>
          </a:xfrm>
          <a:prstGeom prst="rect">
            <a:avLst/>
          </a:prstGeom>
        </p:spPr>
        <p:txBody>
          <a:bodyPr vert="horz" wrap="square" lIns="0" tIns="0" rIns="0" bIns="0" rtlCol="0" anchor="t" anchorCtr="0">
            <a:spAutoFit/>
          </a:bodyPr>
          <a:lstStyle>
            <a:lvl1pPr algn="r">
              <a:defRPr sz="800">
                <a:solidFill>
                  <a:schemeClr val="tx2"/>
                </a:solidFill>
              </a:defRPr>
            </a:lvl1pPr>
          </a:lstStyle>
          <a:p>
            <a:fld id="{110B21AF-5334-4C7D-8524-FAAF416600A9}" type="slidenum">
              <a:rPr lang="nl-BE" smtClean="0"/>
              <a:pPr/>
              <a:t>‹#›</a:t>
            </a:fld>
            <a:endParaRPr lang="nl-BE" dirty="0">
              <a:solidFill>
                <a:schemeClr val="tx2"/>
              </a:solidFill>
            </a:endParaRPr>
          </a:p>
        </p:txBody>
      </p:sp>
      <p:sp>
        <p:nvSpPr>
          <p:cNvPr id="6" name="Title Placeholder 5">
            <a:extLst>
              <a:ext uri="{FF2B5EF4-FFF2-40B4-BE49-F238E27FC236}">
                <a16:creationId xmlns:a16="http://schemas.microsoft.com/office/drawing/2014/main" id="{783C9B85-1593-883C-B0D7-BF694057B604}"/>
              </a:ext>
            </a:extLst>
          </p:cNvPr>
          <p:cNvSpPr>
            <a:spLocks noGrp="1"/>
          </p:cNvSpPr>
          <p:nvPr>
            <p:ph type="title"/>
          </p:nvPr>
        </p:nvSpPr>
        <p:spPr>
          <a:xfrm>
            <a:off x="711605" y="987899"/>
            <a:ext cx="10785070" cy="470898"/>
          </a:xfrm>
          <a:prstGeom prst="rect">
            <a:avLst/>
          </a:prstGeom>
        </p:spPr>
        <p:txBody>
          <a:bodyPr vert="horz" wrap="square" lIns="0" tIns="0" rIns="0" bIns="0" rtlCol="0" anchor="t" anchorCtr="0">
            <a:spAutoFit/>
          </a:bodyPr>
          <a:lstStyle/>
          <a:p>
            <a:r>
              <a:rPr lang="en-US"/>
              <a:t>Click to edit Master title style</a:t>
            </a:r>
            <a:endParaRPr lang="nl-BE" dirty="0"/>
          </a:p>
        </p:txBody>
      </p:sp>
      <p:sp>
        <p:nvSpPr>
          <p:cNvPr id="14" name="Text Placeholder 13">
            <a:extLst>
              <a:ext uri="{FF2B5EF4-FFF2-40B4-BE49-F238E27FC236}">
                <a16:creationId xmlns:a16="http://schemas.microsoft.com/office/drawing/2014/main" id="{EE79CAED-99B5-339D-32EE-DDD8AB147E76}"/>
              </a:ext>
            </a:extLst>
          </p:cNvPr>
          <p:cNvSpPr>
            <a:spLocks noGrp="1"/>
          </p:cNvSpPr>
          <p:nvPr>
            <p:ph type="body" idx="1"/>
          </p:nvPr>
        </p:nvSpPr>
        <p:spPr>
          <a:xfrm>
            <a:off x="711605" y="1786248"/>
            <a:ext cx="7267142" cy="46304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Tree>
    <p:extLst>
      <p:ext uri="{BB962C8B-B14F-4D97-AF65-F5344CB8AC3E}">
        <p14:creationId xmlns:p14="http://schemas.microsoft.com/office/powerpoint/2010/main" val="1808920245"/>
      </p:ext>
    </p:extLst>
  </p:cSld>
  <p:clrMap bg1="lt1" tx1="dk1" bg2="lt2" tx2="dk2" accent1="accent1" accent2="accent2" accent3="accent3" accent4="accent4" accent5="accent5" accent6="accent6" hlink="hlink" folHlink="folHlink"/>
  <p:sldLayoutIdLst>
    <p:sldLayoutId id="2147483656" r:id="rId1"/>
    <p:sldLayoutId id="2147483654" r:id="rId2"/>
    <p:sldLayoutId id="2147483651" r:id="rId3"/>
    <p:sldLayoutId id="2147483652" r:id="rId4"/>
    <p:sldLayoutId id="2147483657" r:id="rId5"/>
  </p:sldLayoutIdLst>
  <p:hf hdr="0" ftr="0" dt="0"/>
  <p:txStyles>
    <p:titleStyle>
      <a:lvl1pPr algn="l" defTabSz="914400" rtl="0" eaLnBrk="1" latinLnBrk="0" hangingPunct="1">
        <a:lnSpc>
          <a:spcPct val="90000"/>
        </a:lnSpc>
        <a:spcBef>
          <a:spcPct val="0"/>
        </a:spcBef>
        <a:buNone/>
        <a:defRPr sz="3400" b="1" i="0" kern="1200">
          <a:solidFill>
            <a:schemeClr val="tx2"/>
          </a:solidFill>
          <a:latin typeface="Montserrat" panose="00000500000000000000" pitchFamily="2" charset="0"/>
          <a:ea typeface="+mj-ea"/>
          <a:cs typeface="Poppins Medium" pitchFamily="2" charset="77"/>
        </a:defRPr>
      </a:lvl1pPr>
    </p:titleStyle>
    <p:bodyStyle>
      <a:lvl1pPr marL="230400" indent="-230400" algn="l" defTabSz="914400" rtl="0" eaLnBrk="1" latinLnBrk="0" hangingPunct="1">
        <a:lnSpc>
          <a:spcPct val="100000"/>
        </a:lnSpc>
        <a:spcBef>
          <a:spcPts val="0"/>
        </a:spcBef>
        <a:spcAft>
          <a:spcPts val="600"/>
        </a:spcAft>
        <a:buClr>
          <a:schemeClr val="accent3"/>
        </a:buClr>
        <a:buSzPct val="120000"/>
        <a:buFont typeface="Arial" panose="020B0604020202020204" pitchFamily="34" charset="0"/>
        <a:buChar char="•"/>
        <a:defRPr sz="1600" b="0" i="0" kern="1200">
          <a:solidFill>
            <a:schemeClr val="tx1"/>
          </a:solidFill>
          <a:latin typeface="Montserrat" pitchFamily="2" charset="77"/>
          <a:ea typeface="+mn-ea"/>
          <a:cs typeface="Poppins" pitchFamily="2" charset="77"/>
        </a:defRPr>
      </a:lvl1pPr>
      <a:lvl2pPr marL="460800" indent="-228600" algn="l" defTabSz="914400" rtl="0" eaLnBrk="1" latinLnBrk="0" hangingPunct="1">
        <a:lnSpc>
          <a:spcPct val="100000"/>
        </a:lnSpc>
        <a:spcBef>
          <a:spcPts val="0"/>
        </a:spcBef>
        <a:spcAft>
          <a:spcPts val="400"/>
        </a:spcAft>
        <a:buClr>
          <a:schemeClr val="accent3"/>
        </a:buClr>
        <a:buSzPct val="100000"/>
        <a:buFont typeface="Montserrat" panose="00000500000000000000" pitchFamily="2" charset="0"/>
        <a:buChar char="–"/>
        <a:defRPr sz="1400" b="0" i="0" kern="1200">
          <a:solidFill>
            <a:schemeClr val="tx1"/>
          </a:solidFill>
          <a:latin typeface="Montserrat" pitchFamily="2" charset="77"/>
          <a:ea typeface="+mn-ea"/>
          <a:cs typeface="Poppins" pitchFamily="2" charset="77"/>
        </a:defRPr>
      </a:lvl2pPr>
      <a:lvl3pPr marL="720000" indent="-228600" algn="l" defTabSz="914400" rtl="0" eaLnBrk="1" latinLnBrk="0" hangingPunct="1">
        <a:lnSpc>
          <a:spcPct val="100000"/>
        </a:lnSpc>
        <a:spcBef>
          <a:spcPts val="0"/>
        </a:spcBef>
        <a:spcAft>
          <a:spcPts val="200"/>
        </a:spcAft>
        <a:buFont typeface="Arial" panose="020B0604020202020204" pitchFamily="34" charset="0"/>
        <a:buChar char="•"/>
        <a:defRPr lang="en-US" sz="1400" b="0" i="0" strike="sngStrike" kern="1200" dirty="0" smtClean="0">
          <a:solidFill>
            <a:schemeClr val="tx1"/>
          </a:solidFill>
          <a:latin typeface="Montserrat" pitchFamily="2" charset="77"/>
          <a:ea typeface="+mn-ea"/>
          <a:cs typeface="Poppins" pitchFamily="2" charset="77"/>
        </a:defRPr>
      </a:lvl3pPr>
      <a:lvl4pPr marL="720000" indent="-228600" algn="l" defTabSz="914400" rtl="0" eaLnBrk="1" latinLnBrk="0" hangingPunct="1">
        <a:lnSpc>
          <a:spcPct val="100000"/>
        </a:lnSpc>
        <a:spcBef>
          <a:spcPts val="0"/>
        </a:spcBef>
        <a:spcAft>
          <a:spcPts val="400"/>
        </a:spcAft>
        <a:buFont typeface="Arial" panose="020B0604020202020204" pitchFamily="34" charset="0"/>
        <a:buChar char="•"/>
        <a:defRPr lang="en-US" sz="1200" b="0" i="0" strike="sngStrike" kern="1200" dirty="0" smtClean="0">
          <a:solidFill>
            <a:schemeClr val="tx1"/>
          </a:solidFill>
          <a:latin typeface="Montserrat" pitchFamily="2" charset="77"/>
          <a:ea typeface="+mn-ea"/>
          <a:cs typeface="Poppins" pitchFamily="2" charset="77"/>
        </a:defRPr>
      </a:lvl4pPr>
      <a:lvl5pPr marL="720000" indent="-228600" algn="l" defTabSz="914400" rtl="0" eaLnBrk="1" latinLnBrk="0" hangingPunct="1">
        <a:lnSpc>
          <a:spcPct val="90000"/>
        </a:lnSpc>
        <a:spcBef>
          <a:spcPts val="0"/>
        </a:spcBef>
        <a:spcAft>
          <a:spcPts val="200"/>
        </a:spcAft>
        <a:buFont typeface="Arial" panose="020B0604020202020204" pitchFamily="34" charset="0"/>
        <a:buChar char="•"/>
        <a:defRPr lang="nl-BE" sz="1200" b="0" i="0" strike="sngStrike" kern="1200" dirty="0" smtClean="0">
          <a:solidFill>
            <a:schemeClr val="tx1"/>
          </a:solidFill>
          <a:latin typeface="Montserrat" pitchFamily="2" charset="77"/>
          <a:ea typeface="+mn-ea"/>
          <a:cs typeface="Poppins" pitchFamily="2" charset="77"/>
        </a:defRPr>
      </a:lvl5pPr>
      <a:lvl6pPr marL="720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 userDrawn="1">
          <p15:clr>
            <a:srgbClr val="F26B43"/>
          </p15:clr>
        </p15:guide>
        <p15:guide id="2" pos="438" userDrawn="1">
          <p15:clr>
            <a:srgbClr val="F26B43"/>
          </p15:clr>
        </p15:guide>
        <p15:guide id="3" pos="3840" userDrawn="1">
          <p15:clr>
            <a:srgbClr val="F26B43"/>
          </p15:clr>
        </p15:guide>
        <p15:guide id="4" orient="horz" pos="2160" userDrawn="1">
          <p15:clr>
            <a:srgbClr val="F26B43"/>
          </p15:clr>
        </p15:guide>
        <p15:guide id="5" pos="7242" userDrawn="1">
          <p15:clr>
            <a:srgbClr val="F26B43"/>
          </p15:clr>
        </p15:guide>
        <p15:guide id="6" orient="horz" pos="4042" userDrawn="1">
          <p15:clr>
            <a:srgbClr val="F26B43"/>
          </p15:clr>
        </p15:guide>
        <p15:guide id="7" pos="3477" userDrawn="1">
          <p15:clr>
            <a:srgbClr val="F26B43"/>
          </p15:clr>
        </p15:guide>
        <p15:guide id="8" pos="4203" userDrawn="1">
          <p15:clr>
            <a:srgbClr val="F26B43"/>
          </p15:clr>
        </p15:guide>
        <p15:guide id="9" orient="horz" pos="1117" userDrawn="1">
          <p15:clr>
            <a:srgbClr val="F26B43"/>
          </p15:clr>
        </p15:guide>
        <p15:guide id="10" orient="horz" pos="61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F929E7-B6EC-3628-8E7E-BFD68151B878}"/>
              </a:ext>
            </a:extLst>
          </p:cNvPr>
          <p:cNvSpPr>
            <a:spLocks noGrp="1"/>
          </p:cNvSpPr>
          <p:nvPr>
            <p:ph type="body" sz="quarter" idx="11"/>
          </p:nvPr>
        </p:nvSpPr>
        <p:spPr>
          <a:xfrm>
            <a:off x="820643" y="1919831"/>
            <a:ext cx="65" cy="153888"/>
          </a:xfrm>
        </p:spPr>
        <p:txBody>
          <a:bodyPr/>
          <a:lstStyle/>
          <a:p>
            <a:endParaRPr lang="nl-BE" dirty="0"/>
          </a:p>
        </p:txBody>
      </p:sp>
      <p:sp>
        <p:nvSpPr>
          <p:cNvPr id="3" name="Text Placeholder 2">
            <a:extLst>
              <a:ext uri="{FF2B5EF4-FFF2-40B4-BE49-F238E27FC236}">
                <a16:creationId xmlns:a16="http://schemas.microsoft.com/office/drawing/2014/main" id="{EECBC4E0-DB38-5DD0-13D7-60B495709DA7}"/>
              </a:ext>
            </a:extLst>
          </p:cNvPr>
          <p:cNvSpPr>
            <a:spLocks noGrp="1"/>
          </p:cNvSpPr>
          <p:nvPr>
            <p:ph type="body" sz="quarter" idx="12"/>
          </p:nvPr>
        </p:nvSpPr>
        <p:spPr>
          <a:xfrm>
            <a:off x="714627" y="2266716"/>
            <a:ext cx="8477081" cy="1184940"/>
          </a:xfrm>
        </p:spPr>
        <p:txBody>
          <a:bodyPr/>
          <a:lstStyle/>
          <a:p>
            <a:r>
              <a:rPr lang="nl-BE" dirty="0"/>
              <a:t>Een schaalbaar orderplatform.</a:t>
            </a:r>
          </a:p>
          <a:p>
            <a:endParaRPr lang="nl-BE" dirty="0"/>
          </a:p>
        </p:txBody>
      </p:sp>
      <p:sp>
        <p:nvSpPr>
          <p:cNvPr id="4" name="Text Placeholder 3">
            <a:extLst>
              <a:ext uri="{FF2B5EF4-FFF2-40B4-BE49-F238E27FC236}">
                <a16:creationId xmlns:a16="http://schemas.microsoft.com/office/drawing/2014/main" id="{A7CACDDE-1FA2-5796-6976-79D2A6CDCEFA}"/>
              </a:ext>
            </a:extLst>
          </p:cNvPr>
          <p:cNvSpPr>
            <a:spLocks noGrp="1"/>
          </p:cNvSpPr>
          <p:nvPr>
            <p:ph type="body" sz="quarter" idx="13"/>
          </p:nvPr>
        </p:nvSpPr>
        <p:spPr>
          <a:xfrm>
            <a:off x="714627" y="2780250"/>
            <a:ext cx="8133545" cy="553998"/>
          </a:xfrm>
        </p:spPr>
        <p:txBody>
          <a:bodyPr/>
          <a:lstStyle/>
          <a:p>
            <a:r>
              <a:rPr lang="nl-NL" dirty="0"/>
              <a:t>Samen gebouwd.</a:t>
            </a:r>
            <a:endParaRPr lang="nl-BE" dirty="0"/>
          </a:p>
        </p:txBody>
      </p:sp>
      <p:sp>
        <p:nvSpPr>
          <p:cNvPr id="5" name="Text Placeholder 4">
            <a:extLst>
              <a:ext uri="{FF2B5EF4-FFF2-40B4-BE49-F238E27FC236}">
                <a16:creationId xmlns:a16="http://schemas.microsoft.com/office/drawing/2014/main" id="{414F190E-9474-41BC-0782-5CE0D7210835}"/>
              </a:ext>
            </a:extLst>
          </p:cNvPr>
          <p:cNvSpPr>
            <a:spLocks noGrp="1"/>
          </p:cNvSpPr>
          <p:nvPr>
            <p:ph type="body" sz="quarter" idx="14"/>
          </p:nvPr>
        </p:nvSpPr>
        <p:spPr>
          <a:xfrm>
            <a:off x="714627" y="3412816"/>
            <a:ext cx="5381373" cy="430887"/>
          </a:xfrm>
        </p:spPr>
        <p:txBody>
          <a:bodyPr/>
          <a:lstStyle/>
          <a:p>
            <a:r>
              <a:rPr lang="nl-NL" dirty="0"/>
              <a:t>Onze aanpak, onze keuzes en de waarborgen die uw migratie veilig maken.</a:t>
            </a:r>
            <a:endParaRPr lang="nl-BE" dirty="0"/>
          </a:p>
        </p:txBody>
      </p:sp>
      <p:sp>
        <p:nvSpPr>
          <p:cNvPr id="6" name="Text Placeholder 5">
            <a:extLst>
              <a:ext uri="{FF2B5EF4-FFF2-40B4-BE49-F238E27FC236}">
                <a16:creationId xmlns:a16="http://schemas.microsoft.com/office/drawing/2014/main" id="{61C077B4-B941-E440-48EC-B3FAB9950845}"/>
              </a:ext>
            </a:extLst>
          </p:cNvPr>
          <p:cNvSpPr>
            <a:spLocks noGrp="1"/>
          </p:cNvSpPr>
          <p:nvPr>
            <p:ph type="body" sz="quarter" idx="15"/>
          </p:nvPr>
        </p:nvSpPr>
        <p:spPr>
          <a:xfrm>
            <a:off x="714628" y="4877090"/>
            <a:ext cx="851476" cy="138499"/>
          </a:xfrm>
        </p:spPr>
        <p:txBody>
          <a:bodyPr/>
          <a:lstStyle/>
          <a:p>
            <a:r>
              <a:rPr lang="nl-NL" dirty="0"/>
              <a:t>5 juni 2026</a:t>
            </a:r>
            <a:endParaRPr lang="nl-BE" dirty="0"/>
          </a:p>
        </p:txBody>
      </p:sp>
      <p:sp>
        <p:nvSpPr>
          <p:cNvPr id="7" name="Text Placeholder 6">
            <a:extLst>
              <a:ext uri="{FF2B5EF4-FFF2-40B4-BE49-F238E27FC236}">
                <a16:creationId xmlns:a16="http://schemas.microsoft.com/office/drawing/2014/main" id="{C48FB437-B46F-3DC1-BD62-0B4FBB6B361C}"/>
              </a:ext>
            </a:extLst>
          </p:cNvPr>
          <p:cNvSpPr>
            <a:spLocks noGrp="1"/>
          </p:cNvSpPr>
          <p:nvPr>
            <p:ph type="body" sz="quarter" idx="16"/>
          </p:nvPr>
        </p:nvSpPr>
        <p:spPr>
          <a:xfrm>
            <a:off x="704781" y="5071299"/>
            <a:ext cx="2318194" cy="138499"/>
          </a:xfrm>
        </p:spPr>
        <p:txBody>
          <a:bodyPr/>
          <a:lstStyle/>
          <a:p>
            <a:r>
              <a:rPr lang="nl-NL" dirty="0"/>
              <a:t>Wim Van Hoye</a:t>
            </a:r>
            <a:endParaRPr lang="nl-BE" dirty="0"/>
          </a:p>
        </p:txBody>
      </p:sp>
    </p:spTree>
    <p:extLst>
      <p:ext uri="{BB962C8B-B14F-4D97-AF65-F5344CB8AC3E}">
        <p14:creationId xmlns:p14="http://schemas.microsoft.com/office/powerpoint/2010/main" val="2293141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7BDD58-4D6E-7322-D0BC-7A48A399611A}"/>
              </a:ext>
            </a:extLst>
          </p:cNvPr>
          <p:cNvSpPr>
            <a:spLocks noGrp="1"/>
          </p:cNvSpPr>
          <p:nvPr>
            <p:ph type="sldNum" sz="quarter" idx="10"/>
          </p:nvPr>
        </p:nvSpPr>
        <p:spPr/>
        <p:txBody>
          <a:bodyPr/>
          <a:lstStyle/>
          <a:p>
            <a:fld id="{110B21AF-5334-4C7D-8524-FAAF416600A9}" type="slidenum">
              <a:rPr lang="nl-BE" smtClean="0"/>
              <a:pPr/>
              <a:t>2</a:t>
            </a:fld>
            <a:endParaRPr lang="nl-BE" dirty="0">
              <a:solidFill>
                <a:schemeClr val="tx2"/>
              </a:solidFill>
            </a:endParaRPr>
          </a:p>
        </p:txBody>
      </p:sp>
      <p:sp>
        <p:nvSpPr>
          <p:cNvPr id="3" name="Text Placeholder 2">
            <a:extLst>
              <a:ext uri="{FF2B5EF4-FFF2-40B4-BE49-F238E27FC236}">
                <a16:creationId xmlns:a16="http://schemas.microsoft.com/office/drawing/2014/main" id="{91974F81-AB0C-0351-A3A7-52CF326A6078}"/>
              </a:ext>
            </a:extLst>
          </p:cNvPr>
          <p:cNvSpPr>
            <a:spLocks noGrp="1"/>
          </p:cNvSpPr>
          <p:nvPr>
            <p:ph type="body" sz="quarter" idx="11"/>
          </p:nvPr>
        </p:nvSpPr>
        <p:spPr/>
        <p:txBody>
          <a:bodyPr/>
          <a:lstStyle/>
          <a:p>
            <a:r>
              <a:rPr lang="nl-BE" dirty="0"/>
              <a:t>Business </a:t>
            </a:r>
            <a:r>
              <a:rPr lang="nl-BE" dirty="0" err="1"/>
              <a:t>UpDate</a:t>
            </a:r>
            <a:endParaRPr lang="nl-BE" dirty="0"/>
          </a:p>
        </p:txBody>
      </p:sp>
      <p:sp>
        <p:nvSpPr>
          <p:cNvPr id="4" name="Title 3">
            <a:extLst>
              <a:ext uri="{FF2B5EF4-FFF2-40B4-BE49-F238E27FC236}">
                <a16:creationId xmlns:a16="http://schemas.microsoft.com/office/drawing/2014/main" id="{A84B6C5D-7A02-AF0A-7AA5-7BA162C10572}"/>
              </a:ext>
            </a:extLst>
          </p:cNvPr>
          <p:cNvSpPr>
            <a:spLocks noGrp="1"/>
          </p:cNvSpPr>
          <p:nvPr>
            <p:ph type="title"/>
          </p:nvPr>
        </p:nvSpPr>
        <p:spPr/>
        <p:txBody>
          <a:bodyPr/>
          <a:lstStyle/>
          <a:p>
            <a:r>
              <a:rPr lang="nl-BE" dirty="0"/>
              <a:t>Overzicht van nieuwe klanten</a:t>
            </a:r>
          </a:p>
        </p:txBody>
      </p:sp>
      <p:sp>
        <p:nvSpPr>
          <p:cNvPr id="5" name="Text Placeholder 4">
            <a:extLst>
              <a:ext uri="{FF2B5EF4-FFF2-40B4-BE49-F238E27FC236}">
                <a16:creationId xmlns:a16="http://schemas.microsoft.com/office/drawing/2014/main" id="{A8D85282-8AF4-D6B4-6FA9-7E3BFC95A887}"/>
              </a:ext>
            </a:extLst>
          </p:cNvPr>
          <p:cNvSpPr>
            <a:spLocks noGrp="1"/>
          </p:cNvSpPr>
          <p:nvPr>
            <p:ph type="body" sz="quarter" idx="12"/>
          </p:nvPr>
        </p:nvSpPr>
        <p:spPr/>
        <p:txBody>
          <a:bodyPr/>
          <a:lstStyle/>
          <a:p>
            <a:r>
              <a:rPr lang="nl-BE" dirty="0"/>
              <a:t>Inhoud</a:t>
            </a:r>
          </a:p>
        </p:txBody>
      </p:sp>
      <p:sp>
        <p:nvSpPr>
          <p:cNvPr id="6" name="Rectangle 5" descr="content-area">
            <a:extLst>
              <a:ext uri="{FF2B5EF4-FFF2-40B4-BE49-F238E27FC236}">
                <a16:creationId xmlns:a16="http://schemas.microsoft.com/office/drawing/2014/main" id="{4B79A6F9-0DE7-9F85-66CF-81F7287176C8}"/>
              </a:ext>
              <a:ext uri="{C183D7F6-B498-43B3-948B-1728B52AA6E4}">
                <adec:decorative xmlns:adec="http://schemas.microsoft.com/office/drawing/2017/decorative" val="0"/>
              </a:ext>
            </a:extLst>
          </p:cNvPr>
          <p:cNvSpPr/>
          <p:nvPr/>
        </p:nvSpPr>
        <p:spPr>
          <a:xfrm>
            <a:off x="695325" y="1773238"/>
            <a:ext cx="10801350" cy="464343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032553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1BD09-E2A1-899E-E8EE-857364CB0A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84356A-7C77-6095-6B14-5BF72730C2B3}"/>
              </a:ext>
            </a:extLst>
          </p:cNvPr>
          <p:cNvSpPr>
            <a:spLocks noGrp="1"/>
          </p:cNvSpPr>
          <p:nvPr>
            <p:ph type="sldNum" sz="quarter" idx="10"/>
          </p:nvPr>
        </p:nvSpPr>
        <p:spPr/>
        <p:txBody>
          <a:bodyPr/>
          <a:lstStyle/>
          <a:p>
            <a:fld id="{110B21AF-5334-4C7D-8524-FAAF416600A9}" type="slidenum">
              <a:rPr lang="nl-BE" smtClean="0"/>
              <a:pPr/>
              <a:t>3</a:t>
            </a:fld>
            <a:endParaRPr lang="nl-BE" dirty="0">
              <a:solidFill>
                <a:schemeClr val="tx2"/>
              </a:solidFill>
            </a:endParaRPr>
          </a:p>
        </p:txBody>
      </p:sp>
      <p:sp>
        <p:nvSpPr>
          <p:cNvPr id="3" name="Text Placeholder 2">
            <a:extLst>
              <a:ext uri="{FF2B5EF4-FFF2-40B4-BE49-F238E27FC236}">
                <a16:creationId xmlns:a16="http://schemas.microsoft.com/office/drawing/2014/main" id="{DAEB2863-B4AC-E708-234B-96621D092BAD}"/>
              </a:ext>
            </a:extLst>
          </p:cNvPr>
          <p:cNvSpPr>
            <a:spLocks noGrp="1"/>
          </p:cNvSpPr>
          <p:nvPr>
            <p:ph type="body" sz="quarter" idx="11"/>
          </p:nvPr>
        </p:nvSpPr>
        <p:spPr/>
        <p:txBody>
          <a:bodyPr/>
          <a:lstStyle/>
          <a:p>
            <a:r>
              <a:rPr lang="nl-BE" dirty="0"/>
              <a:t>Business </a:t>
            </a:r>
            <a:r>
              <a:rPr lang="nl-BE" dirty="0" err="1"/>
              <a:t>UpDate</a:t>
            </a:r>
            <a:endParaRPr lang="nl-BE" dirty="0"/>
          </a:p>
        </p:txBody>
      </p:sp>
      <p:sp>
        <p:nvSpPr>
          <p:cNvPr id="4" name="Title 3">
            <a:extLst>
              <a:ext uri="{FF2B5EF4-FFF2-40B4-BE49-F238E27FC236}">
                <a16:creationId xmlns:a16="http://schemas.microsoft.com/office/drawing/2014/main" id="{2C973A41-FA35-964B-E580-E103436F5D34}"/>
              </a:ext>
            </a:extLst>
          </p:cNvPr>
          <p:cNvSpPr>
            <a:spLocks noGrp="1"/>
          </p:cNvSpPr>
          <p:nvPr>
            <p:ph type="title"/>
          </p:nvPr>
        </p:nvSpPr>
        <p:spPr/>
        <p:txBody>
          <a:bodyPr/>
          <a:lstStyle/>
          <a:p>
            <a:r>
              <a:rPr lang="nl-BE" dirty="0"/>
              <a:t>Overzicht van nieuwe klanten</a:t>
            </a:r>
          </a:p>
        </p:txBody>
      </p:sp>
      <p:sp>
        <p:nvSpPr>
          <p:cNvPr id="5" name="Text Placeholder 4">
            <a:extLst>
              <a:ext uri="{FF2B5EF4-FFF2-40B4-BE49-F238E27FC236}">
                <a16:creationId xmlns:a16="http://schemas.microsoft.com/office/drawing/2014/main" id="{9716F9A4-0317-6ABD-E8B1-BD2F0DE6786B}"/>
              </a:ext>
            </a:extLst>
          </p:cNvPr>
          <p:cNvSpPr>
            <a:spLocks noGrp="1"/>
          </p:cNvSpPr>
          <p:nvPr>
            <p:ph type="body" sz="quarter" idx="12"/>
          </p:nvPr>
        </p:nvSpPr>
        <p:spPr/>
        <p:txBody>
          <a:bodyPr/>
          <a:lstStyle/>
          <a:p>
            <a:r>
              <a:rPr lang="nl-BE" dirty="0"/>
              <a:t>Inhoud</a:t>
            </a:r>
          </a:p>
        </p:txBody>
      </p:sp>
    </p:spTree>
    <p:extLst>
      <p:ext uri="{BB962C8B-B14F-4D97-AF65-F5344CB8AC3E}">
        <p14:creationId xmlns:p14="http://schemas.microsoft.com/office/powerpoint/2010/main" val="1846871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B0E95B0-5624-CEC0-B854-4FBEA64F56CE}"/>
              </a:ext>
            </a:extLst>
          </p:cNvPr>
          <p:cNvSpPr>
            <a:spLocks noGrp="1"/>
          </p:cNvSpPr>
          <p:nvPr>
            <p:ph type="body" sz="quarter" idx="11"/>
          </p:nvPr>
        </p:nvSpPr>
        <p:spPr>
          <a:xfrm>
            <a:off x="830490" y="2997646"/>
            <a:ext cx="790281" cy="153888"/>
          </a:xfrm>
        </p:spPr>
        <p:txBody>
          <a:bodyPr/>
          <a:lstStyle/>
          <a:p>
            <a:r>
              <a:rPr lang="nl-BE" dirty="0" err="1"/>
              <a:t>DEEl</a:t>
            </a:r>
            <a:r>
              <a:rPr lang="nl-BE" dirty="0"/>
              <a:t> 03 </a:t>
            </a:r>
          </a:p>
        </p:txBody>
      </p:sp>
      <p:sp>
        <p:nvSpPr>
          <p:cNvPr id="7" name="Text Placeholder 6">
            <a:extLst>
              <a:ext uri="{FF2B5EF4-FFF2-40B4-BE49-F238E27FC236}">
                <a16:creationId xmlns:a16="http://schemas.microsoft.com/office/drawing/2014/main" id="{38C609DA-A906-BA82-053F-0B41E96A60E5}"/>
              </a:ext>
            </a:extLst>
          </p:cNvPr>
          <p:cNvSpPr>
            <a:spLocks noGrp="1"/>
          </p:cNvSpPr>
          <p:nvPr>
            <p:ph type="body" sz="quarter" idx="12"/>
          </p:nvPr>
        </p:nvSpPr>
        <p:spPr>
          <a:xfrm>
            <a:off x="696699" y="3446928"/>
            <a:ext cx="6932265" cy="1738938"/>
          </a:xfrm>
        </p:spPr>
        <p:txBody>
          <a:bodyPr/>
          <a:lstStyle/>
          <a:p>
            <a:r>
              <a:rPr lang="nl-BE" dirty="0"/>
              <a:t>Eenentwintig slidepatronen</a:t>
            </a:r>
          </a:p>
          <a:p>
            <a:endParaRPr lang="nl-BE" dirty="0"/>
          </a:p>
        </p:txBody>
      </p:sp>
      <p:sp>
        <p:nvSpPr>
          <p:cNvPr id="8" name="Text Placeholder 7">
            <a:extLst>
              <a:ext uri="{FF2B5EF4-FFF2-40B4-BE49-F238E27FC236}">
                <a16:creationId xmlns:a16="http://schemas.microsoft.com/office/drawing/2014/main" id="{ACB1C3FE-0843-0AB6-E7E2-78B6046177E9}"/>
              </a:ext>
            </a:extLst>
          </p:cNvPr>
          <p:cNvSpPr>
            <a:spLocks noGrp="1"/>
          </p:cNvSpPr>
          <p:nvPr>
            <p:ph type="body" sz="quarter" idx="14"/>
          </p:nvPr>
        </p:nvSpPr>
        <p:spPr/>
        <p:txBody>
          <a:bodyPr/>
          <a:lstStyle/>
          <a:p>
            <a:endParaRPr lang="nl-BE" dirty="0"/>
          </a:p>
        </p:txBody>
      </p:sp>
      <p:sp>
        <p:nvSpPr>
          <p:cNvPr id="2" name="Slide Number Placeholder 1">
            <a:extLst>
              <a:ext uri="{FF2B5EF4-FFF2-40B4-BE49-F238E27FC236}">
                <a16:creationId xmlns:a16="http://schemas.microsoft.com/office/drawing/2014/main" id="{8636B95B-6E30-F870-3FC7-CEC863CCAF0E}"/>
              </a:ext>
            </a:extLst>
          </p:cNvPr>
          <p:cNvSpPr>
            <a:spLocks noGrp="1"/>
          </p:cNvSpPr>
          <p:nvPr>
            <p:ph type="sldNum" sz="quarter" idx="15"/>
          </p:nvPr>
        </p:nvSpPr>
        <p:spPr/>
        <p:txBody>
          <a:bodyPr/>
          <a:lstStyle/>
          <a:p>
            <a:fld id="{110B21AF-5334-4C7D-8524-FAAF416600A9}" type="slidenum">
              <a:rPr lang="nl-BE" smtClean="0"/>
              <a:pPr/>
              <a:t>4</a:t>
            </a:fld>
            <a:endParaRPr lang="nl-BE" dirty="0">
              <a:solidFill>
                <a:schemeClr val="tx2"/>
              </a:solidFill>
            </a:endParaRPr>
          </a:p>
        </p:txBody>
      </p:sp>
    </p:spTree>
    <p:extLst>
      <p:ext uri="{BB962C8B-B14F-4D97-AF65-F5344CB8AC3E}">
        <p14:creationId xmlns:p14="http://schemas.microsoft.com/office/powerpoint/2010/main" val="71755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743BAEB-8209-DE88-276B-4B40CF622782}"/>
              </a:ext>
            </a:extLst>
          </p:cNvPr>
          <p:cNvSpPr>
            <a:spLocks noGrp="1"/>
          </p:cNvSpPr>
          <p:nvPr>
            <p:ph type="sldNum" sz="quarter" idx="10"/>
          </p:nvPr>
        </p:nvSpPr>
        <p:spPr/>
        <p:txBody>
          <a:bodyPr/>
          <a:lstStyle/>
          <a:p>
            <a:fld id="{110B21AF-5334-4C7D-8524-FAAF416600A9}" type="slidenum">
              <a:rPr lang="nl-BE" smtClean="0"/>
              <a:pPr/>
              <a:t>5</a:t>
            </a:fld>
            <a:endParaRPr lang="nl-BE" dirty="0"/>
          </a:p>
        </p:txBody>
      </p:sp>
      <p:sp>
        <p:nvSpPr>
          <p:cNvPr id="6" name="Text Placeholder 5">
            <a:extLst>
              <a:ext uri="{FF2B5EF4-FFF2-40B4-BE49-F238E27FC236}">
                <a16:creationId xmlns:a16="http://schemas.microsoft.com/office/drawing/2014/main" id="{18BE9BC5-E0CF-D9DD-5EF4-D345329607A0}"/>
              </a:ext>
            </a:extLst>
          </p:cNvPr>
          <p:cNvSpPr>
            <a:spLocks noGrp="1"/>
          </p:cNvSpPr>
          <p:nvPr>
            <p:ph type="body" sz="quarter" idx="12"/>
          </p:nvPr>
        </p:nvSpPr>
        <p:spPr>
          <a:xfrm>
            <a:off x="712743" y="2581550"/>
            <a:ext cx="10408103" cy="1554272"/>
          </a:xfrm>
        </p:spPr>
        <p:txBody>
          <a:bodyPr/>
          <a:lstStyle/>
          <a:p>
            <a:r>
              <a:rPr lang="nl-NL" dirty="0"/>
              <a:t>AI-adoptie is geen project. Het is een evolutie die we samen met onze klanten doormaken.</a:t>
            </a:r>
            <a:endParaRPr lang="en-US" dirty="0"/>
          </a:p>
          <a:p>
            <a:endParaRPr lang="nl-BE" dirty="0"/>
          </a:p>
        </p:txBody>
      </p:sp>
      <p:sp>
        <p:nvSpPr>
          <p:cNvPr id="7" name="Text Placeholder 6">
            <a:extLst>
              <a:ext uri="{FF2B5EF4-FFF2-40B4-BE49-F238E27FC236}">
                <a16:creationId xmlns:a16="http://schemas.microsoft.com/office/drawing/2014/main" id="{0C116638-8FC5-C009-1055-5ACD6B74181C}"/>
              </a:ext>
            </a:extLst>
          </p:cNvPr>
          <p:cNvSpPr>
            <a:spLocks noGrp="1"/>
          </p:cNvSpPr>
          <p:nvPr>
            <p:ph type="body" sz="quarter" idx="16"/>
          </p:nvPr>
        </p:nvSpPr>
        <p:spPr/>
        <p:txBody>
          <a:bodyPr/>
          <a:lstStyle/>
          <a:p>
            <a:endParaRPr lang="nl-BE"/>
          </a:p>
        </p:txBody>
      </p:sp>
      <p:sp>
        <p:nvSpPr>
          <p:cNvPr id="8" name="Text Placeholder 7">
            <a:extLst>
              <a:ext uri="{FF2B5EF4-FFF2-40B4-BE49-F238E27FC236}">
                <a16:creationId xmlns:a16="http://schemas.microsoft.com/office/drawing/2014/main" id="{B23CADFD-1BE1-9587-955F-B8C6C0528252}"/>
              </a:ext>
            </a:extLst>
          </p:cNvPr>
          <p:cNvSpPr>
            <a:spLocks noGrp="1"/>
          </p:cNvSpPr>
          <p:nvPr>
            <p:ph type="body" sz="quarter" idx="17"/>
          </p:nvPr>
        </p:nvSpPr>
        <p:spPr/>
        <p:txBody>
          <a:bodyPr/>
          <a:lstStyle/>
          <a:p>
            <a:endParaRPr lang="nl-BE" dirty="0"/>
          </a:p>
        </p:txBody>
      </p:sp>
    </p:spTree>
    <p:extLst>
      <p:ext uri="{BB962C8B-B14F-4D97-AF65-F5344CB8AC3E}">
        <p14:creationId xmlns:p14="http://schemas.microsoft.com/office/powerpoint/2010/main" val="3013380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3F639-7573-6CBB-B6B3-28503D25325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B1C4C4-978C-6DBA-8034-8849D8EFB5B5}"/>
              </a:ext>
            </a:extLst>
          </p:cNvPr>
          <p:cNvSpPr>
            <a:spLocks noGrp="1"/>
          </p:cNvSpPr>
          <p:nvPr>
            <p:ph type="sldNum" sz="quarter" idx="10"/>
          </p:nvPr>
        </p:nvSpPr>
        <p:spPr/>
        <p:txBody>
          <a:bodyPr/>
          <a:lstStyle/>
          <a:p>
            <a:fld id="{110B21AF-5334-4C7D-8524-FAAF416600A9}" type="slidenum">
              <a:rPr lang="nl-BE" smtClean="0"/>
              <a:pPr/>
              <a:t>6</a:t>
            </a:fld>
            <a:endParaRPr lang="nl-BE" sz="800" dirty="0"/>
          </a:p>
        </p:txBody>
      </p:sp>
      <p:sp>
        <p:nvSpPr>
          <p:cNvPr id="3" name="Text Placeholder 2">
            <a:extLst>
              <a:ext uri="{FF2B5EF4-FFF2-40B4-BE49-F238E27FC236}">
                <a16:creationId xmlns:a16="http://schemas.microsoft.com/office/drawing/2014/main" id="{E4E11DC5-C4A6-BDD4-0387-BE3C8EB9292B}"/>
              </a:ext>
            </a:extLst>
          </p:cNvPr>
          <p:cNvSpPr>
            <a:spLocks noGrp="1"/>
          </p:cNvSpPr>
          <p:nvPr>
            <p:ph type="body" sz="quarter" idx="11"/>
          </p:nvPr>
        </p:nvSpPr>
        <p:spPr/>
        <p:txBody>
          <a:bodyPr/>
          <a:lstStyle/>
          <a:p>
            <a:r>
              <a:rPr lang="nl-BE" dirty="0">
                <a:solidFill>
                  <a:schemeClr val="tx2"/>
                </a:solidFill>
              </a:rPr>
              <a:t>agenda</a:t>
            </a:r>
          </a:p>
        </p:txBody>
      </p:sp>
      <p:sp>
        <p:nvSpPr>
          <p:cNvPr id="4" name="Title 3">
            <a:extLst>
              <a:ext uri="{FF2B5EF4-FFF2-40B4-BE49-F238E27FC236}">
                <a16:creationId xmlns:a16="http://schemas.microsoft.com/office/drawing/2014/main" id="{E684B2A3-B74B-5A79-C10A-4C89FAEB63A1}"/>
              </a:ext>
            </a:extLst>
          </p:cNvPr>
          <p:cNvSpPr>
            <a:spLocks noGrp="1"/>
          </p:cNvSpPr>
          <p:nvPr>
            <p:ph type="title"/>
          </p:nvPr>
        </p:nvSpPr>
        <p:spPr/>
        <p:txBody>
          <a:bodyPr/>
          <a:lstStyle/>
          <a:p>
            <a:r>
              <a:rPr lang="nl-BE" dirty="0"/>
              <a:t>Wat we vandaag doorlopen</a:t>
            </a:r>
            <a:br>
              <a:rPr lang="nl-BE" dirty="0"/>
            </a:br>
            <a:endParaRPr lang="nl-BE" dirty="0"/>
          </a:p>
        </p:txBody>
      </p:sp>
      <p:graphicFrame>
        <p:nvGraphicFramePr>
          <p:cNvPr id="5" name="Table 4">
            <a:extLst>
              <a:ext uri="{FF2B5EF4-FFF2-40B4-BE49-F238E27FC236}">
                <a16:creationId xmlns:a16="http://schemas.microsoft.com/office/drawing/2014/main" id="{443E15B3-47C5-90FE-35DE-539C7921440F}"/>
              </a:ext>
            </a:extLst>
          </p:cNvPr>
          <p:cNvGraphicFramePr>
            <a:graphicFrameLocks noGrp="1"/>
          </p:cNvGraphicFramePr>
          <p:nvPr>
            <p:extLst>
              <p:ext uri="{D42A27DB-BD31-4B8C-83A1-F6EECF244321}">
                <p14:modId xmlns:p14="http://schemas.microsoft.com/office/powerpoint/2010/main" val="190751093"/>
              </p:ext>
            </p:extLst>
          </p:nvPr>
        </p:nvGraphicFramePr>
        <p:xfrm>
          <a:off x="703513" y="1773238"/>
          <a:ext cx="10785070" cy="2880000"/>
        </p:xfrm>
        <a:graphic>
          <a:graphicData uri="http://schemas.openxmlformats.org/drawingml/2006/table">
            <a:tbl>
              <a:tblPr firstRow="1" bandRow="1"/>
              <a:tblGrid>
                <a:gridCol w="510388">
                  <a:extLst>
                    <a:ext uri="{9D8B030D-6E8A-4147-A177-3AD203B41FA5}">
                      <a16:colId xmlns:a16="http://schemas.microsoft.com/office/drawing/2014/main" val="922889368"/>
                    </a:ext>
                  </a:extLst>
                </a:gridCol>
                <a:gridCol w="10274682">
                  <a:extLst>
                    <a:ext uri="{9D8B030D-6E8A-4147-A177-3AD203B41FA5}">
                      <a16:colId xmlns:a16="http://schemas.microsoft.com/office/drawing/2014/main" val="2320193675"/>
                    </a:ext>
                  </a:extLst>
                </a:gridCol>
              </a:tblGrid>
              <a:tr h="576000">
                <a:tc>
                  <a:txBody>
                    <a:bodyPr/>
                    <a:lstStyle/>
                    <a:p>
                      <a:pPr algn="ctr"/>
                      <a:r>
                        <a:rPr lang="nl-BE" sz="1600" b="0" dirty="0">
                          <a:solidFill>
                            <a:schemeClr val="accent3">
                              <a:lumMod val="40000"/>
                              <a:lumOff val="60000"/>
                            </a:schemeClr>
                          </a:solidFill>
                          <a:latin typeface="Montserrat SemiBold" panose="00000700000000000000" pitchFamily="2" charset="0"/>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solidFill>
                      <a:prstDash val="solid"/>
                      <a:round/>
                      <a:headEnd type="none" w="med" len="med"/>
                      <a:tailEnd type="none" w="med" len="med"/>
                    </a:lnT>
                    <a:lnB w="31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014046"/>
                          </a:solidFill>
                          <a:latin typeface="+mj-lt"/>
                          <a:ea typeface="Arial" pitchFamily="34" charset="-122"/>
                          <a:cs typeface="Arial" pitchFamily="34" charset="-120"/>
                        </a:rPr>
                        <a:t>Wat we gehoord hebben</a:t>
                      </a:r>
                      <a:endParaRPr lang="en-US" sz="1600" dirty="0">
                        <a:latin typeface="+mj-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solidFill>
                      <a:prstDash val="solid"/>
                      <a:round/>
                      <a:headEnd type="none" w="med" len="med"/>
                      <a:tailEnd type="none" w="med" len="med"/>
                    </a:lnT>
                    <a:lnB w="31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5222093"/>
                  </a:ext>
                </a:extLst>
              </a:tr>
              <a:tr h="576000">
                <a:tc>
                  <a:txBody>
                    <a:bodyPr/>
                    <a:lstStyle/>
                    <a:p>
                      <a:pPr algn="ctr"/>
                      <a:r>
                        <a:rPr lang="nl-BE" sz="1600" b="0" dirty="0">
                          <a:solidFill>
                            <a:schemeClr val="accent3">
                              <a:lumMod val="40000"/>
                              <a:lumOff val="60000"/>
                            </a:schemeClr>
                          </a:solidFill>
                          <a:latin typeface="Montserrat SemiBold" panose="00000700000000000000" pitchFamily="2" charset="0"/>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solidFill>
                      <a:prstDash val="solid"/>
                      <a:round/>
                      <a:headEnd type="none" w="med" len="med"/>
                      <a:tailEnd type="none" w="med" len="med"/>
                    </a:lnT>
                    <a:lnB w="31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014046"/>
                          </a:solidFill>
                          <a:latin typeface="+mj-lt"/>
                          <a:ea typeface="Arial" pitchFamily="34" charset="-122"/>
                          <a:cs typeface="Arial" pitchFamily="34" charset="-120"/>
                        </a:rPr>
                        <a:t>Ontwerpprincipes</a:t>
                      </a:r>
                      <a:endParaRPr lang="en-US" sz="1600" dirty="0">
                        <a:latin typeface="+mj-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solidFill>
                      <a:prstDash val="solid"/>
                      <a:round/>
                      <a:headEnd type="none" w="med" len="med"/>
                      <a:tailEnd type="none" w="med" len="med"/>
                    </a:lnT>
                    <a:lnB w="31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3604030"/>
                  </a:ext>
                </a:extLst>
              </a:tr>
              <a:tr h="576000">
                <a:tc>
                  <a:txBody>
                    <a:bodyPr/>
                    <a:lstStyle/>
                    <a:p>
                      <a:pPr algn="ctr"/>
                      <a:r>
                        <a:rPr lang="nl-BE" sz="1600" b="0" dirty="0">
                          <a:solidFill>
                            <a:schemeClr val="accent3">
                              <a:lumMod val="40000"/>
                              <a:lumOff val="60000"/>
                            </a:schemeClr>
                          </a:solidFill>
                          <a:latin typeface="Montserrat SemiBold" panose="00000700000000000000" pitchFamily="2" charset="0"/>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solidFill>
                      <a:prstDash val="solid"/>
                      <a:round/>
                      <a:headEnd type="none" w="med" len="med"/>
                      <a:tailEnd type="none" w="med" len="med"/>
                    </a:lnT>
                    <a:lnB w="31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014046"/>
                          </a:solidFill>
                          <a:latin typeface="+mj-lt"/>
                          <a:ea typeface="Arial" pitchFamily="34" charset="-122"/>
                          <a:cs typeface="Arial" pitchFamily="34" charset="-120"/>
                        </a:rPr>
                        <a:t>De oplossing in het groot</a:t>
                      </a:r>
                      <a:endParaRPr lang="nl-BE" sz="1600" dirty="0">
                        <a:latin typeface="+mj-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solidFill>
                      <a:prstDash val="solid"/>
                      <a:round/>
                      <a:headEnd type="none" w="med" len="med"/>
                      <a:tailEnd type="none" w="med" len="med"/>
                    </a:lnT>
                    <a:lnB w="31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7710258"/>
                  </a:ext>
                </a:extLst>
              </a:tr>
              <a:tr h="576000">
                <a:tc>
                  <a:txBody>
                    <a:bodyPr/>
                    <a:lstStyle/>
                    <a:p>
                      <a:pPr algn="ctr"/>
                      <a:r>
                        <a:rPr lang="nl-BE" sz="1600" b="0" dirty="0">
                          <a:solidFill>
                            <a:schemeClr val="accent3">
                              <a:lumMod val="40000"/>
                              <a:lumOff val="60000"/>
                            </a:schemeClr>
                          </a:solidFill>
                          <a:latin typeface="Montserrat SemiBold" panose="00000700000000000000" pitchFamily="2" charset="0"/>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solidFill>
                      <a:prstDash val="solid"/>
                      <a:round/>
                      <a:headEnd type="none" w="med" len="med"/>
                      <a:tailEnd type="none" w="med" len="med"/>
                    </a:lnT>
                    <a:lnB w="31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014046"/>
                          </a:solidFill>
                          <a:latin typeface="+mj-lt"/>
                          <a:ea typeface="Arial" pitchFamily="34" charset="-122"/>
                          <a:cs typeface="Arial" pitchFamily="34" charset="-120"/>
                        </a:rPr>
                        <a:t>Aanpak &amp; volgende stappen</a:t>
                      </a:r>
                      <a:endParaRPr lang="en-US" sz="1600" dirty="0">
                        <a:latin typeface="+mj-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solidFill>
                      <a:prstDash val="solid"/>
                      <a:round/>
                      <a:headEnd type="none" w="med" len="med"/>
                      <a:tailEnd type="none" w="med" len="med"/>
                    </a:lnT>
                    <a:lnB w="31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0515412"/>
                  </a:ext>
                </a:extLst>
              </a:tr>
              <a:tr h="576000">
                <a:tc>
                  <a:txBody>
                    <a:bodyPr/>
                    <a:lstStyle/>
                    <a:p>
                      <a:pPr algn="ctr"/>
                      <a:r>
                        <a:rPr lang="nl-BE" sz="1600" b="0" dirty="0">
                          <a:solidFill>
                            <a:schemeClr val="accent3">
                              <a:lumMod val="40000"/>
                              <a:lumOff val="60000"/>
                            </a:schemeClr>
                          </a:solidFill>
                          <a:latin typeface="Montserrat SemiBold" panose="00000700000000000000" pitchFamily="2" charset="0"/>
                        </a:rPr>
                        <a:t>05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solidFill>
                      <a:prstDash val="solid"/>
                      <a:round/>
                      <a:headEnd type="none" w="med" len="med"/>
                      <a:tailEnd type="none" w="med" len="med"/>
                    </a:lnT>
                    <a:lnB w="31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BE" sz="1600" b="1" kern="1200" dirty="0">
                          <a:solidFill>
                            <a:srgbClr val="014046"/>
                          </a:solidFill>
                          <a:latin typeface="+mj-lt"/>
                          <a:cs typeface="Arial" pitchFamily="34" charset="-120"/>
                        </a:rPr>
                        <a:t>Q&amp;A</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solidFill>
                      <a:prstDash val="solid"/>
                      <a:round/>
                      <a:headEnd type="none" w="med" len="med"/>
                      <a:tailEnd type="none" w="med" len="med"/>
                    </a:lnT>
                    <a:lnB w="31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4649666"/>
                  </a:ext>
                </a:extLst>
              </a:tr>
            </a:tbl>
          </a:graphicData>
        </a:graphic>
      </p:graphicFrame>
    </p:spTree>
    <p:extLst>
      <p:ext uri="{BB962C8B-B14F-4D97-AF65-F5344CB8AC3E}">
        <p14:creationId xmlns:p14="http://schemas.microsoft.com/office/powerpoint/2010/main" val="944473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84356A-7C77-6095-6B14-5BF72730C2B3}"/>
              </a:ext>
            </a:extLst>
          </p:cNvPr>
          <p:cNvSpPr>
            <a:spLocks noGrp="1"/>
          </p:cNvSpPr>
          <p:nvPr>
            <p:ph type="sldNum" sz="quarter" idx="10"/>
          </p:nvPr>
        </p:nvSpPr>
        <p:spPr/>
        <p:txBody>
          <a:bodyPr/>
          <a:lstStyle/>
          <a:p>
            <a:fld id="{110B21AF-5334-4C7D-8524-FAAF416600A9}" type="slidenum">
              <a:rPr lang="nl-BE" smtClean="0"/>
              <a:pPr/>
              <a:t>7</a:t>
            </a:fld>
            <a:endParaRPr lang="nl-BE" dirty="0">
              <a:solidFill>
                <a:schemeClr val="tx2"/>
              </a:solidFill>
            </a:endParaRPr>
          </a:p>
        </p:txBody>
      </p:sp>
      <p:sp>
        <p:nvSpPr>
          <p:cNvPr id="3" name="Text Placeholder 2">
            <a:extLst>
              <a:ext uri="{FF2B5EF4-FFF2-40B4-BE49-F238E27FC236}">
                <a16:creationId xmlns:a16="http://schemas.microsoft.com/office/drawing/2014/main" id="{DAEB2863-B4AC-E708-234B-96621D092BAD}"/>
              </a:ext>
            </a:extLst>
          </p:cNvPr>
          <p:cNvSpPr>
            <a:spLocks noGrp="1"/>
          </p:cNvSpPr>
          <p:nvPr>
            <p:ph type="body" sz="quarter" idx="11"/>
          </p:nvPr>
        </p:nvSpPr>
        <p:spPr/>
        <p:txBody>
          <a:bodyPr/>
          <a:lstStyle/>
          <a:p>
            <a:r>
              <a:rPr lang="nl-BE" dirty="0"/>
              <a:t>HET PROJECTTEAM</a:t>
            </a:r>
          </a:p>
        </p:txBody>
      </p:sp>
      <p:sp>
        <p:nvSpPr>
          <p:cNvPr id="4" name="Title 3">
            <a:extLst>
              <a:ext uri="{FF2B5EF4-FFF2-40B4-BE49-F238E27FC236}">
                <a16:creationId xmlns:a16="http://schemas.microsoft.com/office/drawing/2014/main" id="{2C973A41-FA35-964B-E580-E103436F5D34}"/>
              </a:ext>
            </a:extLst>
          </p:cNvPr>
          <p:cNvSpPr>
            <a:spLocks noGrp="1"/>
          </p:cNvSpPr>
          <p:nvPr>
            <p:ph type="title"/>
          </p:nvPr>
        </p:nvSpPr>
        <p:spPr/>
        <p:txBody>
          <a:bodyPr/>
          <a:lstStyle/>
          <a:p>
            <a:r>
              <a:rPr lang="nl-BE" dirty="0"/>
              <a:t>De mensen achter het project</a:t>
            </a:r>
          </a:p>
        </p:txBody>
      </p:sp>
      <p:pic>
        <p:nvPicPr>
          <p:cNvPr id="5" name="Picture 4" descr="20240730_Euricom 02_KP_070__O4A1820.jpg"/>
          <p:cNvPicPr>
            <a:picLocks noChangeAspect="1"/>
          </p:cNvPicPr>
          <p:nvPr/>
        </p:nvPicPr>
        <p:blipFill>
          <a:blip r:embed="rId3"/>
          <a:srcRect t="16656" b="16656"/>
          <a:stretch>
            <a:fillRect/>
          </a:stretch>
        </p:blipFill>
        <p:spPr>
          <a:xfrm>
            <a:off x="694944" y="1818741"/>
            <a:ext cx="1334246" cy="1334246"/>
          </a:xfrm>
          <a:prstGeom prst="ellipse">
            <a:avLst/>
          </a:prstGeom>
          <a:effectLst>
            <a:outerShdw blurRad="90000" dist="38100" dir="5400000" rotWithShape="0">
              <a:srgbClr val="1D252D">
                <a:alpha val="12000"/>
              </a:srgbClr>
            </a:outerShdw>
          </a:effectLst>
        </p:spPr>
      </p:pic>
      <p:sp>
        <p:nvSpPr>
          <p:cNvPr id="6" name="TextBox 5"/>
          <p:cNvSpPr txBox="1"/>
          <p:nvPr/>
        </p:nvSpPr>
        <p:spPr>
          <a:xfrm>
            <a:off x="694944" y="3409020"/>
            <a:ext cx="2425903" cy="365760"/>
          </a:xfrm>
          <a:prstGeom prst="rect">
            <a:avLst/>
          </a:prstGeom>
          <a:noFill/>
        </p:spPr>
        <p:txBody>
          <a:bodyPr wrap="square" lIns="0" tIns="0" rIns="0" bIns="0" anchor="t">
            <a:spAutoFit/>
          </a:bodyPr>
          <a:lstStyle/>
          <a:p>
            <a:pPr algn="l"/>
            <a:r>
              <a:rPr sz="1500" b="1" i="0" dirty="0">
                <a:solidFill>
                  <a:srgbClr val="014046"/>
                </a:solidFill>
                <a:latin typeface="Montserrat"/>
              </a:rPr>
              <a:t>An De Smet</a:t>
            </a:r>
          </a:p>
        </p:txBody>
      </p:sp>
      <p:sp>
        <p:nvSpPr>
          <p:cNvPr id="7" name="TextBox 6"/>
          <p:cNvSpPr txBox="1"/>
          <p:nvPr/>
        </p:nvSpPr>
        <p:spPr>
          <a:xfrm>
            <a:off x="694944" y="3793068"/>
            <a:ext cx="2425903" cy="320040"/>
          </a:xfrm>
          <a:prstGeom prst="rect">
            <a:avLst/>
          </a:prstGeom>
          <a:noFill/>
        </p:spPr>
        <p:txBody>
          <a:bodyPr wrap="square" lIns="0" tIns="0" rIns="0" bIns="0" anchor="t">
            <a:spAutoFit/>
          </a:bodyPr>
          <a:lstStyle/>
          <a:p>
            <a:pPr algn="l"/>
            <a:r>
              <a:rPr sz="1250" b="0" i="0">
                <a:solidFill>
                  <a:srgbClr val="809FA2"/>
                </a:solidFill>
                <a:latin typeface="Montserrat"/>
              </a:rPr>
              <a:t>Agile analist</a:t>
            </a:r>
          </a:p>
        </p:txBody>
      </p:sp>
      <p:sp>
        <p:nvSpPr>
          <p:cNvPr id="8" name="TextBox 7"/>
          <p:cNvSpPr txBox="1"/>
          <p:nvPr/>
        </p:nvSpPr>
        <p:spPr>
          <a:xfrm>
            <a:off x="694944" y="4250268"/>
            <a:ext cx="2425903" cy="1463040"/>
          </a:xfrm>
          <a:prstGeom prst="rect">
            <a:avLst/>
          </a:prstGeom>
          <a:noFill/>
        </p:spPr>
        <p:txBody>
          <a:bodyPr wrap="square" lIns="0" tIns="0" rIns="0" bIns="0" anchor="t">
            <a:spAutoFit/>
          </a:bodyPr>
          <a:lstStyle/>
          <a:p>
            <a:pPr algn="l"/>
            <a:r>
              <a:rPr sz="1150" b="0" i="0" dirty="0" err="1">
                <a:solidFill>
                  <a:srgbClr val="1D252D"/>
                </a:solidFill>
                <a:latin typeface="Montserrat"/>
              </a:rPr>
              <a:t>Vertaalt</a:t>
            </a:r>
            <a:r>
              <a:rPr sz="1150" b="0" i="0" dirty="0">
                <a:solidFill>
                  <a:srgbClr val="1D252D"/>
                </a:solidFill>
                <a:latin typeface="Montserrat"/>
              </a:rPr>
              <a:t> de business </a:t>
            </a:r>
            <a:r>
              <a:rPr sz="1150" b="0" i="0" dirty="0" err="1">
                <a:solidFill>
                  <a:srgbClr val="1D252D"/>
                </a:solidFill>
                <a:latin typeface="Montserrat"/>
              </a:rPr>
              <a:t>naar</a:t>
            </a:r>
            <a:r>
              <a:rPr sz="1150" b="0" i="0" dirty="0">
                <a:solidFill>
                  <a:srgbClr val="1D252D"/>
                </a:solidFill>
                <a:latin typeface="Montserrat"/>
              </a:rPr>
              <a:t> </a:t>
            </a:r>
            <a:r>
              <a:rPr sz="1150" b="0" i="0" dirty="0" err="1">
                <a:solidFill>
                  <a:srgbClr val="1D252D"/>
                </a:solidFill>
                <a:latin typeface="Montserrat"/>
              </a:rPr>
              <a:t>heldere</a:t>
            </a:r>
            <a:r>
              <a:rPr sz="1150" b="0" i="0" dirty="0">
                <a:solidFill>
                  <a:srgbClr val="1D252D"/>
                </a:solidFill>
                <a:latin typeface="Montserrat"/>
              </a:rPr>
              <a:t>, </a:t>
            </a:r>
            <a:r>
              <a:rPr sz="1150" b="0" i="0" dirty="0" err="1">
                <a:solidFill>
                  <a:srgbClr val="1D252D"/>
                </a:solidFill>
                <a:latin typeface="Montserrat"/>
              </a:rPr>
              <a:t>haalbare</a:t>
            </a:r>
            <a:r>
              <a:rPr sz="1150" b="0" i="0" dirty="0">
                <a:solidFill>
                  <a:srgbClr val="1D252D"/>
                </a:solidFill>
                <a:latin typeface="Montserrat"/>
              </a:rPr>
              <a:t> </a:t>
            </a:r>
            <a:r>
              <a:rPr sz="1150" b="0" i="0" dirty="0" err="1">
                <a:solidFill>
                  <a:srgbClr val="1D252D"/>
                </a:solidFill>
                <a:latin typeface="Montserrat"/>
              </a:rPr>
              <a:t>specificaties</a:t>
            </a:r>
            <a:r>
              <a:rPr sz="1150" b="0" i="0" dirty="0">
                <a:solidFill>
                  <a:srgbClr val="1D252D"/>
                </a:solidFill>
                <a:latin typeface="Montserrat"/>
              </a:rPr>
              <a:t>.</a:t>
            </a:r>
          </a:p>
        </p:txBody>
      </p:sp>
      <p:pic>
        <p:nvPicPr>
          <p:cNvPr id="9" name="Picture 8" descr="20240730_Euricom 02_KP_058__O4A1763.jpg"/>
          <p:cNvPicPr>
            <a:picLocks noChangeAspect="1"/>
          </p:cNvPicPr>
          <p:nvPr/>
        </p:nvPicPr>
        <p:blipFill>
          <a:blip r:embed="rId4"/>
          <a:srcRect t="16656" b="16656"/>
          <a:stretch>
            <a:fillRect/>
          </a:stretch>
        </p:blipFill>
        <p:spPr>
          <a:xfrm>
            <a:off x="3486607" y="1818741"/>
            <a:ext cx="1334246" cy="1334246"/>
          </a:xfrm>
          <a:prstGeom prst="ellipse">
            <a:avLst/>
          </a:prstGeom>
          <a:effectLst>
            <a:outerShdw blurRad="90000" dist="38100" dir="5400000" rotWithShape="0">
              <a:srgbClr val="1D252D">
                <a:alpha val="12000"/>
              </a:srgbClr>
            </a:outerShdw>
          </a:effectLst>
        </p:spPr>
      </p:pic>
      <p:sp>
        <p:nvSpPr>
          <p:cNvPr id="10" name="TextBox 9"/>
          <p:cNvSpPr txBox="1"/>
          <p:nvPr/>
        </p:nvSpPr>
        <p:spPr>
          <a:xfrm>
            <a:off x="3486607" y="3409020"/>
            <a:ext cx="2425903" cy="365760"/>
          </a:xfrm>
          <a:prstGeom prst="rect">
            <a:avLst/>
          </a:prstGeom>
          <a:noFill/>
        </p:spPr>
        <p:txBody>
          <a:bodyPr wrap="square" lIns="0" tIns="0" rIns="0" bIns="0" anchor="t">
            <a:spAutoFit/>
          </a:bodyPr>
          <a:lstStyle/>
          <a:p>
            <a:pPr algn="l"/>
            <a:r>
              <a:rPr sz="1500" b="1" i="0">
                <a:solidFill>
                  <a:srgbClr val="014046"/>
                </a:solidFill>
                <a:latin typeface="Montserrat"/>
              </a:rPr>
              <a:t>Tom Verbeke</a:t>
            </a:r>
          </a:p>
        </p:txBody>
      </p:sp>
      <p:sp>
        <p:nvSpPr>
          <p:cNvPr id="11" name="TextBox 10"/>
          <p:cNvSpPr txBox="1"/>
          <p:nvPr/>
        </p:nvSpPr>
        <p:spPr>
          <a:xfrm>
            <a:off x="3486607" y="3793068"/>
            <a:ext cx="2425903" cy="320040"/>
          </a:xfrm>
          <a:prstGeom prst="rect">
            <a:avLst/>
          </a:prstGeom>
          <a:noFill/>
        </p:spPr>
        <p:txBody>
          <a:bodyPr wrap="square" lIns="0" tIns="0" rIns="0" bIns="0" anchor="t">
            <a:spAutoFit/>
          </a:bodyPr>
          <a:lstStyle/>
          <a:p>
            <a:pPr algn="l"/>
            <a:r>
              <a:rPr sz="1250" b="0" i="0" dirty="0">
                <a:solidFill>
                  <a:srgbClr val="809FA2"/>
                </a:solidFill>
                <a:latin typeface="Montserrat"/>
              </a:rPr>
              <a:t>Software-architect</a:t>
            </a:r>
          </a:p>
        </p:txBody>
      </p:sp>
      <p:sp>
        <p:nvSpPr>
          <p:cNvPr id="12" name="TextBox 11"/>
          <p:cNvSpPr txBox="1"/>
          <p:nvPr/>
        </p:nvSpPr>
        <p:spPr>
          <a:xfrm>
            <a:off x="3486607" y="4250268"/>
            <a:ext cx="2425903" cy="1463040"/>
          </a:xfrm>
          <a:prstGeom prst="rect">
            <a:avLst/>
          </a:prstGeom>
          <a:noFill/>
        </p:spPr>
        <p:txBody>
          <a:bodyPr wrap="square" lIns="0" tIns="0" rIns="0" bIns="0" anchor="t">
            <a:spAutoFit/>
          </a:bodyPr>
          <a:lstStyle/>
          <a:p>
            <a:pPr algn="l"/>
            <a:r>
              <a:rPr sz="1150" b="0" i="0" dirty="0" err="1">
                <a:solidFill>
                  <a:srgbClr val="1D252D"/>
                </a:solidFill>
                <a:latin typeface="Montserrat"/>
              </a:rPr>
              <a:t>Bewaakt</a:t>
            </a:r>
            <a:r>
              <a:rPr sz="1150" b="0" i="0" dirty="0">
                <a:solidFill>
                  <a:srgbClr val="1D252D"/>
                </a:solidFill>
                <a:latin typeface="Montserrat"/>
              </a:rPr>
              <a:t> de </a:t>
            </a:r>
            <a:r>
              <a:rPr sz="1150" b="0" i="0" dirty="0" err="1">
                <a:solidFill>
                  <a:srgbClr val="1D252D"/>
                </a:solidFill>
                <a:latin typeface="Montserrat"/>
              </a:rPr>
              <a:t>structuur</a:t>
            </a:r>
            <a:r>
              <a:rPr sz="1150" b="0" i="0" dirty="0">
                <a:solidFill>
                  <a:srgbClr val="1D252D"/>
                </a:solidFill>
                <a:latin typeface="Montserrat"/>
              </a:rPr>
              <a:t> en de </a:t>
            </a:r>
            <a:r>
              <a:rPr sz="1150" b="0" i="0" dirty="0" err="1">
                <a:solidFill>
                  <a:srgbClr val="1D252D"/>
                </a:solidFill>
                <a:latin typeface="Montserrat"/>
              </a:rPr>
              <a:t>keuzes</a:t>
            </a:r>
            <a:r>
              <a:rPr sz="1150" b="0" i="0" dirty="0">
                <a:solidFill>
                  <a:srgbClr val="1D252D"/>
                </a:solidFill>
                <a:latin typeface="Montserrat"/>
              </a:rPr>
              <a:t> die het </a:t>
            </a:r>
            <a:r>
              <a:rPr sz="1150" b="0" i="0" dirty="0" err="1">
                <a:solidFill>
                  <a:srgbClr val="1D252D"/>
                </a:solidFill>
                <a:latin typeface="Montserrat"/>
              </a:rPr>
              <a:t>systeem</a:t>
            </a:r>
            <a:r>
              <a:rPr sz="1150" b="0" i="0" dirty="0">
                <a:solidFill>
                  <a:srgbClr val="1D252D"/>
                </a:solidFill>
                <a:latin typeface="Montserrat"/>
              </a:rPr>
              <a:t> </a:t>
            </a:r>
            <a:r>
              <a:rPr sz="1150" b="0" i="0" dirty="0" err="1">
                <a:solidFill>
                  <a:srgbClr val="1D252D"/>
                </a:solidFill>
                <a:latin typeface="Montserrat"/>
              </a:rPr>
              <a:t>dragen</a:t>
            </a:r>
            <a:r>
              <a:rPr sz="1150" b="0" i="0" dirty="0">
                <a:solidFill>
                  <a:srgbClr val="1D252D"/>
                </a:solidFill>
                <a:latin typeface="Montserrat"/>
              </a:rPr>
              <a:t>.</a:t>
            </a:r>
          </a:p>
        </p:txBody>
      </p:sp>
      <p:pic>
        <p:nvPicPr>
          <p:cNvPr id="13" name="Picture 12" descr="20240730_Euricom 02_KP_026__O4A1614.jpg"/>
          <p:cNvPicPr>
            <a:picLocks noChangeAspect="1"/>
          </p:cNvPicPr>
          <p:nvPr/>
        </p:nvPicPr>
        <p:blipFill>
          <a:blip r:embed="rId5"/>
          <a:srcRect t="16656" b="16656"/>
          <a:stretch>
            <a:fillRect/>
          </a:stretch>
        </p:blipFill>
        <p:spPr>
          <a:xfrm>
            <a:off x="6278270" y="1818741"/>
            <a:ext cx="1334246" cy="1334246"/>
          </a:xfrm>
          <a:prstGeom prst="ellipse">
            <a:avLst/>
          </a:prstGeom>
          <a:effectLst>
            <a:outerShdw blurRad="90000" dist="38100" dir="5400000" rotWithShape="0">
              <a:srgbClr val="1D252D">
                <a:alpha val="12000"/>
              </a:srgbClr>
            </a:outerShdw>
          </a:effectLst>
        </p:spPr>
      </p:pic>
      <p:sp>
        <p:nvSpPr>
          <p:cNvPr id="14" name="TextBox 13"/>
          <p:cNvSpPr txBox="1"/>
          <p:nvPr/>
        </p:nvSpPr>
        <p:spPr>
          <a:xfrm>
            <a:off x="6278270" y="3409020"/>
            <a:ext cx="2425903" cy="365760"/>
          </a:xfrm>
          <a:prstGeom prst="rect">
            <a:avLst/>
          </a:prstGeom>
          <a:noFill/>
        </p:spPr>
        <p:txBody>
          <a:bodyPr wrap="square" lIns="0" tIns="0" rIns="0" bIns="0" anchor="t">
            <a:spAutoFit/>
          </a:bodyPr>
          <a:lstStyle/>
          <a:p>
            <a:pPr algn="l"/>
            <a:r>
              <a:rPr sz="1500" b="1" i="0">
                <a:solidFill>
                  <a:srgbClr val="014046"/>
                </a:solidFill>
                <a:latin typeface="Montserrat"/>
              </a:rPr>
              <a:t>Sven Maes</a:t>
            </a:r>
          </a:p>
        </p:txBody>
      </p:sp>
      <p:sp>
        <p:nvSpPr>
          <p:cNvPr id="15" name="TextBox 14"/>
          <p:cNvSpPr txBox="1"/>
          <p:nvPr/>
        </p:nvSpPr>
        <p:spPr>
          <a:xfrm>
            <a:off x="6278270" y="3793068"/>
            <a:ext cx="2425903" cy="320040"/>
          </a:xfrm>
          <a:prstGeom prst="rect">
            <a:avLst/>
          </a:prstGeom>
          <a:noFill/>
        </p:spPr>
        <p:txBody>
          <a:bodyPr wrap="square" lIns="0" tIns="0" rIns="0" bIns="0" anchor="t">
            <a:spAutoFit/>
          </a:bodyPr>
          <a:lstStyle/>
          <a:p>
            <a:pPr algn="l"/>
            <a:r>
              <a:rPr sz="1250" b="0" i="0">
                <a:solidFill>
                  <a:srgbClr val="809FA2"/>
                </a:solidFill>
                <a:latin typeface="Montserrat"/>
              </a:rPr>
              <a:t>Lead developer</a:t>
            </a:r>
          </a:p>
        </p:txBody>
      </p:sp>
      <p:sp>
        <p:nvSpPr>
          <p:cNvPr id="16" name="TextBox 15"/>
          <p:cNvSpPr txBox="1"/>
          <p:nvPr/>
        </p:nvSpPr>
        <p:spPr>
          <a:xfrm>
            <a:off x="6278270" y="4250268"/>
            <a:ext cx="2425903" cy="1463040"/>
          </a:xfrm>
          <a:prstGeom prst="rect">
            <a:avLst/>
          </a:prstGeom>
          <a:noFill/>
        </p:spPr>
        <p:txBody>
          <a:bodyPr wrap="square" lIns="0" tIns="0" rIns="0" bIns="0" anchor="t">
            <a:spAutoFit/>
          </a:bodyPr>
          <a:lstStyle/>
          <a:p>
            <a:pPr algn="l"/>
            <a:r>
              <a:rPr sz="1150" b="0" i="0">
                <a:solidFill>
                  <a:srgbClr val="1D252D"/>
                </a:solidFill>
                <a:latin typeface="Montserrat"/>
              </a:rPr>
              <a:t>Levert de kern van het platform, met oog voor kwaliteit.</a:t>
            </a:r>
          </a:p>
        </p:txBody>
      </p:sp>
      <p:pic>
        <p:nvPicPr>
          <p:cNvPr id="17" name="Picture 16" descr="20240730_Euricom 02_KP_077__O4A2135.jpg"/>
          <p:cNvPicPr>
            <a:picLocks noChangeAspect="1"/>
          </p:cNvPicPr>
          <p:nvPr/>
        </p:nvPicPr>
        <p:blipFill>
          <a:blip r:embed="rId6"/>
          <a:srcRect t="16656" b="16656"/>
          <a:stretch>
            <a:fillRect/>
          </a:stretch>
        </p:blipFill>
        <p:spPr>
          <a:xfrm>
            <a:off x="9069933" y="1818741"/>
            <a:ext cx="1334246" cy="1334246"/>
          </a:xfrm>
          <a:prstGeom prst="ellipse">
            <a:avLst/>
          </a:prstGeom>
          <a:effectLst>
            <a:outerShdw blurRad="90000" dist="38100" dir="5400000" rotWithShape="0">
              <a:srgbClr val="1D252D">
                <a:alpha val="12000"/>
              </a:srgbClr>
            </a:outerShdw>
          </a:effectLst>
        </p:spPr>
      </p:pic>
      <p:sp>
        <p:nvSpPr>
          <p:cNvPr id="18" name="TextBox 17"/>
          <p:cNvSpPr txBox="1"/>
          <p:nvPr/>
        </p:nvSpPr>
        <p:spPr>
          <a:xfrm>
            <a:off x="9069933" y="3409020"/>
            <a:ext cx="2425903" cy="365760"/>
          </a:xfrm>
          <a:prstGeom prst="rect">
            <a:avLst/>
          </a:prstGeom>
          <a:noFill/>
        </p:spPr>
        <p:txBody>
          <a:bodyPr wrap="square" lIns="0" tIns="0" rIns="0" bIns="0" anchor="t">
            <a:spAutoFit/>
          </a:bodyPr>
          <a:lstStyle/>
          <a:p>
            <a:pPr algn="l"/>
            <a:r>
              <a:rPr sz="1500" b="1" i="0">
                <a:solidFill>
                  <a:srgbClr val="014046"/>
                </a:solidFill>
                <a:latin typeface="Montserrat"/>
              </a:rPr>
              <a:t>Jonas Peeters</a:t>
            </a:r>
          </a:p>
        </p:txBody>
      </p:sp>
      <p:sp>
        <p:nvSpPr>
          <p:cNvPr id="19" name="TextBox 18"/>
          <p:cNvSpPr txBox="1"/>
          <p:nvPr/>
        </p:nvSpPr>
        <p:spPr>
          <a:xfrm>
            <a:off x="9069933" y="3793068"/>
            <a:ext cx="2425903" cy="320040"/>
          </a:xfrm>
          <a:prstGeom prst="rect">
            <a:avLst/>
          </a:prstGeom>
          <a:noFill/>
        </p:spPr>
        <p:txBody>
          <a:bodyPr wrap="square" lIns="0" tIns="0" rIns="0" bIns="0" anchor="t">
            <a:spAutoFit/>
          </a:bodyPr>
          <a:lstStyle/>
          <a:p>
            <a:pPr algn="l"/>
            <a:r>
              <a:rPr sz="1250" b="0" i="0">
                <a:solidFill>
                  <a:srgbClr val="809FA2"/>
                </a:solidFill>
                <a:latin typeface="Montserrat"/>
              </a:rPr>
              <a:t>Project manager</a:t>
            </a:r>
          </a:p>
        </p:txBody>
      </p:sp>
      <p:sp>
        <p:nvSpPr>
          <p:cNvPr id="20" name="TextBox 19"/>
          <p:cNvSpPr txBox="1"/>
          <p:nvPr/>
        </p:nvSpPr>
        <p:spPr>
          <a:xfrm>
            <a:off x="9069933" y="4250268"/>
            <a:ext cx="2425903" cy="1463040"/>
          </a:xfrm>
          <a:prstGeom prst="rect">
            <a:avLst/>
          </a:prstGeom>
          <a:noFill/>
        </p:spPr>
        <p:txBody>
          <a:bodyPr wrap="square" lIns="0" tIns="0" rIns="0" bIns="0" anchor="t">
            <a:spAutoFit/>
          </a:bodyPr>
          <a:lstStyle/>
          <a:p>
            <a:pPr algn="l"/>
            <a:r>
              <a:rPr sz="1150" b="0" i="0">
                <a:solidFill>
                  <a:srgbClr val="1D252D"/>
                </a:solidFill>
                <a:latin typeface="Montserrat"/>
              </a:rPr>
              <a:t>Houdt ritme, communicatie en opleveringen op koers.</a:t>
            </a:r>
          </a:p>
        </p:txBody>
      </p:sp>
    </p:spTree>
  </p:cSld>
  <p:clrMapOvr>
    <a:masterClrMapping/>
  </p:clrMapOvr>
</p:sld>
</file>

<file path=ppt/theme/theme1.xml><?xml version="1.0" encoding="utf-8"?>
<a:theme xmlns:a="http://schemas.openxmlformats.org/drawingml/2006/main" name="Euricom AI Theme">
  <a:themeElements>
    <a:clrScheme name="Euricom Theme">
      <a:dk1>
        <a:srgbClr val="1D252D"/>
      </a:dk1>
      <a:lt1>
        <a:srgbClr val="FFFFFF"/>
      </a:lt1>
      <a:dk2>
        <a:srgbClr val="014046"/>
      </a:dk2>
      <a:lt2>
        <a:srgbClr val="F1F5F6"/>
      </a:lt2>
      <a:accent1>
        <a:srgbClr val="00FF00"/>
      </a:accent1>
      <a:accent2>
        <a:srgbClr val="014046"/>
      </a:accent2>
      <a:accent3>
        <a:srgbClr val="809FA2"/>
      </a:accent3>
      <a:accent4>
        <a:srgbClr val="CBD9DA"/>
      </a:accent4>
      <a:accent5>
        <a:srgbClr val="1D252D"/>
      </a:accent5>
      <a:accent6>
        <a:srgbClr val="F1F5F6"/>
      </a:accent6>
      <a:hlink>
        <a:srgbClr val="014046"/>
      </a:hlink>
      <a:folHlink>
        <a:srgbClr val="014046"/>
      </a:folHlink>
    </a:clrScheme>
    <a:fontScheme name="Euricom Theme Fonts">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algn="l">
          <a:defRPr sz="1000" b="0" i="0" dirty="0">
            <a:latin typeface="Poppins Medium" pitchFamily="2" charset="77"/>
            <a:cs typeface="Poppins Medium" pitchFamily="2" charset="77"/>
          </a:defRPr>
        </a:defPPr>
      </a:lstStyle>
    </a:txDef>
  </a:objectDefaults>
  <a:extraClrSchemeLst/>
  <a:extLst>
    <a:ext uri="{05A4C25C-085E-4340-85A3-A5531E510DB2}">
      <thm15:themeFamily xmlns:thm15="http://schemas.microsoft.com/office/thememl/2012/main" name="Euricom_PowerPoint_Template_V01" id="{4348BFE0-2D91-40F6-9B1D-7EA8715EC831}" vid="{70D6CFB3-91E9-425B-8C12-F32717BB17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9e072e5-1602-4db4-abb3-e8546666807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AFAB6363B381541AB38D1D95F66A950" ma:contentTypeVersion="18" ma:contentTypeDescription="Create a new document." ma:contentTypeScope="" ma:versionID="201ba1053f3aad1b4a7ec9724d77ae87">
  <xsd:schema xmlns:xsd="http://www.w3.org/2001/XMLSchema" xmlns:xs="http://www.w3.org/2001/XMLSchema" xmlns:p="http://schemas.microsoft.com/office/2006/metadata/properties" xmlns:ns3="578c86c0-76e2-4a99-8dc2-6b2efa784071" xmlns:ns4="49e072e5-1602-4db4-abb3-e8546666807f" targetNamespace="http://schemas.microsoft.com/office/2006/metadata/properties" ma:root="true" ma:fieldsID="8a810ca91e6d1688063d02d668a0cccc" ns3:_="" ns4:_="">
    <xsd:import namespace="578c86c0-76e2-4a99-8dc2-6b2efa784071"/>
    <xsd:import namespace="49e072e5-1602-4db4-abb3-e8546666807f"/>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Location" minOccurs="0"/>
                <xsd:element ref="ns4:MediaServiceGenerationTime" minOccurs="0"/>
                <xsd:element ref="ns4:MediaServiceEventHashCode" minOccurs="0"/>
                <xsd:element ref="ns4:MediaServiceAutoKeyPoints" minOccurs="0"/>
                <xsd:element ref="ns4:MediaServiceKeyPoints" minOccurs="0"/>
                <xsd:element ref="ns4:MediaLengthInSeconds" minOccurs="0"/>
                <xsd:element ref="ns4:_activity" minOccurs="0"/>
                <xsd:element ref="ns4:MediaServiceSearchProperties"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8c86c0-76e2-4a99-8dc2-6b2efa78407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9e072e5-1602-4db4-abb3-e8546666807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description="" ma:hidden="true" ma:indexed="true" ma:internalName="MediaServiceDateTaken" ma:readOnly="true">
      <xsd:simpleType>
        <xsd:restriction base="dms:Text"/>
      </xsd:simpleType>
    </xsd:element>
    <xsd:element name="MediaServiceLocation" ma:index="16" nillable="true" ma:displayName="Location" ma:descrip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D1E793-BF02-4A0D-8AFD-C5CFF44E427C}">
  <ds:schemaRefs>
    <ds:schemaRef ds:uri="http://schemas.microsoft.com/office/2006/metadata/properties"/>
    <ds:schemaRef ds:uri="49e072e5-1602-4db4-abb3-e8546666807f"/>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578c86c0-76e2-4a99-8dc2-6b2efa784071"/>
    <ds:schemaRef ds:uri="http://www.w3.org/XML/1998/namespace"/>
    <ds:schemaRef ds:uri="http://purl.org/dc/dcmitype/"/>
  </ds:schemaRefs>
</ds:datastoreItem>
</file>

<file path=customXml/itemProps2.xml><?xml version="1.0" encoding="utf-8"?>
<ds:datastoreItem xmlns:ds="http://schemas.openxmlformats.org/officeDocument/2006/customXml" ds:itemID="{9F6FE2F5-3DE9-47E6-BE0E-73334FEAE375}">
  <ds:schemaRefs>
    <ds:schemaRef ds:uri="http://schemas.microsoft.com/sharepoint/v3/contenttype/forms"/>
  </ds:schemaRefs>
</ds:datastoreItem>
</file>

<file path=customXml/itemProps3.xml><?xml version="1.0" encoding="utf-8"?>
<ds:datastoreItem xmlns:ds="http://schemas.openxmlformats.org/officeDocument/2006/customXml" ds:itemID="{6E1F509F-4F0C-438C-BF3F-66B8CE6243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8c86c0-76e2-4a99-8dc2-6b2efa784071"/>
    <ds:schemaRef ds:uri="49e072e5-1602-4db4-abb3-e854666680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Euricom_PowerPoint_Template_V01</Template>
  <TotalTime>70</TotalTime>
  <Words>848</Words>
  <Application>Microsoft Office PowerPoint</Application>
  <PresentationFormat>Widescreen</PresentationFormat>
  <Paragraphs>99</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Montserrat</vt:lpstr>
      <vt:lpstr>Montserrat Medium</vt:lpstr>
      <vt:lpstr>Montserrat SemiBold</vt:lpstr>
      <vt:lpstr>Euricom AI Theme</vt:lpstr>
      <vt:lpstr>PowerPoint Presentation</vt:lpstr>
      <vt:lpstr>Overzicht van nieuwe klanten</vt:lpstr>
      <vt:lpstr>Overzicht van nieuwe klanten</vt:lpstr>
      <vt:lpstr>PowerPoint Presentation</vt:lpstr>
      <vt:lpstr>PowerPoint Presentation</vt:lpstr>
      <vt:lpstr>Wat we vandaag doorlopen </vt:lpstr>
      <vt:lpstr>De mensen achter het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Wim Van Hoye</dc:creator>
  <cp:lastModifiedBy>Wim Van Hoye</cp:lastModifiedBy>
  <cp:revision>4</cp:revision>
  <dcterms:created xsi:type="dcterms:W3CDTF">2026-06-04T17:14:55Z</dcterms:created>
  <dcterms:modified xsi:type="dcterms:W3CDTF">2026-06-05T16:48:48Z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0x010100EAFAB6363B381541AB38D1D95F66A950</vt:lpwstr>
  </property>
  <property fmtid="{D5CDD505-2E9C-101B-9397-08002B2CF9AE}" pid="3" name="MediaServiceImageTags">
    <vt:lpwstr/>
  </property>
</Properties>
</file>